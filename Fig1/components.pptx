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B00"/>
    <a:srgbClr val="E52A2B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8B9F2E-1238-43F1-BD61-29DCFDCFA3DF}" v="133" dt="2026-05-12T01:45:16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ng, Wenxiang" userId="d138f06a-6a01-4e29-85e1-6ed07ce5361e" providerId="ADAL" clId="{14044101-B580-4E94-BFAD-619AE120DB96}"/>
    <pc:docChg chg="undo custSel addSld delSld modSld sldOrd">
      <pc:chgData name="Ying, Wenxiang" userId="d138f06a-6a01-4e29-85e1-6ed07ce5361e" providerId="ADAL" clId="{14044101-B580-4E94-BFAD-619AE120DB96}" dt="2026-05-12T01:54:13.810" v="1921" actId="14100"/>
      <pc:docMkLst>
        <pc:docMk/>
      </pc:docMkLst>
      <pc:sldChg chg="ord">
        <pc:chgData name="Ying, Wenxiang" userId="d138f06a-6a01-4e29-85e1-6ed07ce5361e" providerId="ADAL" clId="{14044101-B580-4E94-BFAD-619AE120DB96}" dt="2026-05-12T01:11:36.221" v="1538"/>
        <pc:sldMkLst>
          <pc:docMk/>
          <pc:sldMk cId="3540431929" sldId="256"/>
        </pc:sldMkLst>
      </pc:sldChg>
      <pc:sldChg chg="addSp delSp modSp new mod">
        <pc:chgData name="Ying, Wenxiang" userId="d138f06a-6a01-4e29-85e1-6ed07ce5361e" providerId="ADAL" clId="{14044101-B580-4E94-BFAD-619AE120DB96}" dt="2026-05-10T04:32:56.836" v="1339" actId="1076"/>
        <pc:sldMkLst>
          <pc:docMk/>
          <pc:sldMk cId="3382016900" sldId="257"/>
        </pc:sldMkLst>
        <pc:spChg chg="mod">
          <ac:chgData name="Ying, Wenxiang" userId="d138f06a-6a01-4e29-85e1-6ed07ce5361e" providerId="ADAL" clId="{14044101-B580-4E94-BFAD-619AE120DB96}" dt="2026-05-10T04:29:06.052" v="1284" actId="14100"/>
          <ac:spMkLst>
            <pc:docMk/>
            <pc:sldMk cId="3382016900" sldId="257"/>
            <ac:spMk id="5" creationId="{37B2FCF2-4D8E-1830-16C1-0D4C615EB63A}"/>
          </ac:spMkLst>
        </pc:spChg>
        <pc:spChg chg="mod">
          <ac:chgData name="Ying, Wenxiang" userId="d138f06a-6a01-4e29-85e1-6ed07ce5361e" providerId="ADAL" clId="{14044101-B580-4E94-BFAD-619AE120DB96}" dt="2026-05-10T04:32:56.836" v="1339" actId="1076"/>
          <ac:spMkLst>
            <pc:docMk/>
            <pc:sldMk cId="3382016900" sldId="257"/>
            <ac:spMk id="27" creationId="{4D93492D-4D7A-85AC-ED1B-03C374891BA5}"/>
          </ac:spMkLst>
        </pc:spChg>
        <pc:spChg chg="mod">
          <ac:chgData name="Ying, Wenxiang" userId="d138f06a-6a01-4e29-85e1-6ed07ce5361e" providerId="ADAL" clId="{14044101-B580-4E94-BFAD-619AE120DB96}" dt="2026-05-10T04:32:41.426" v="1338" actId="1076"/>
          <ac:spMkLst>
            <pc:docMk/>
            <pc:sldMk cId="3382016900" sldId="257"/>
            <ac:spMk id="56" creationId="{52B6634B-7838-3610-EA60-21507804D3BD}"/>
          </ac:spMkLst>
        </pc:spChg>
        <pc:picChg chg="mod">
          <ac:chgData name="Ying, Wenxiang" userId="d138f06a-6a01-4e29-85e1-6ed07ce5361e" providerId="ADAL" clId="{14044101-B580-4E94-BFAD-619AE120DB96}" dt="2026-05-10T04:32:12.384" v="1334" actId="1076"/>
          <ac:picMkLst>
            <pc:docMk/>
            <pc:sldMk cId="3382016900" sldId="257"/>
            <ac:picMk id="29" creationId="{F70EA0F7-D5C2-B9E0-9DA1-2E23EE9FCEE6}"/>
          </ac:picMkLst>
        </pc:picChg>
        <pc:picChg chg="mod">
          <ac:chgData name="Ying, Wenxiang" userId="d138f06a-6a01-4e29-85e1-6ed07ce5361e" providerId="ADAL" clId="{14044101-B580-4E94-BFAD-619AE120DB96}" dt="2026-05-10T04:32:30.653" v="1336" actId="1076"/>
          <ac:picMkLst>
            <pc:docMk/>
            <pc:sldMk cId="3382016900" sldId="257"/>
            <ac:picMk id="33" creationId="{3D3DC7F9-4DC4-3963-FE92-F2E0024CE30D}"/>
          </ac:picMkLst>
        </pc:picChg>
        <pc:picChg chg="mod">
          <ac:chgData name="Ying, Wenxiang" userId="d138f06a-6a01-4e29-85e1-6ed07ce5361e" providerId="ADAL" clId="{14044101-B580-4E94-BFAD-619AE120DB96}" dt="2026-05-10T04:32:34.415" v="1337" actId="1076"/>
          <ac:picMkLst>
            <pc:docMk/>
            <pc:sldMk cId="3382016900" sldId="257"/>
            <ac:picMk id="36" creationId="{81704C46-68BA-77C3-002C-0DD12233031A}"/>
          </ac:picMkLst>
        </pc:picChg>
        <pc:cxnChg chg="add mod">
          <ac:chgData name="Ying, Wenxiang" userId="d138f06a-6a01-4e29-85e1-6ed07ce5361e" providerId="ADAL" clId="{14044101-B580-4E94-BFAD-619AE120DB96}" dt="2026-05-10T04:31:52.662" v="1329" actId="1582"/>
          <ac:cxnSpMkLst>
            <pc:docMk/>
            <pc:sldMk cId="3382016900" sldId="257"/>
            <ac:cxnSpMk id="3" creationId="{30E43896-9EDF-119A-3EFD-66A3C56EC977}"/>
          </ac:cxnSpMkLst>
        </pc:cxnChg>
        <pc:cxnChg chg="add mod">
          <ac:chgData name="Ying, Wenxiang" userId="d138f06a-6a01-4e29-85e1-6ed07ce5361e" providerId="ADAL" clId="{14044101-B580-4E94-BFAD-619AE120DB96}" dt="2026-05-10T04:31:52.662" v="1329" actId="1582"/>
          <ac:cxnSpMkLst>
            <pc:docMk/>
            <pc:sldMk cId="3382016900" sldId="257"/>
            <ac:cxnSpMk id="8" creationId="{6FF460B9-8B8B-EFFE-7468-05CBF9AC5F4B}"/>
          </ac:cxnSpMkLst>
        </pc:cxnChg>
        <pc:cxnChg chg="mod">
          <ac:chgData name="Ying, Wenxiang" userId="d138f06a-6a01-4e29-85e1-6ed07ce5361e" providerId="ADAL" clId="{14044101-B580-4E94-BFAD-619AE120DB96}" dt="2026-05-10T04:31:40.813" v="1325" actId="1076"/>
          <ac:cxnSpMkLst>
            <pc:docMk/>
            <pc:sldMk cId="3382016900" sldId="257"/>
            <ac:cxnSpMk id="17" creationId="{A2DD48BF-E3BE-9CC1-DF8F-1C1BB4EAABE1}"/>
          </ac:cxnSpMkLst>
        </pc:cxnChg>
        <pc:cxnChg chg="add mod">
          <ac:chgData name="Ying, Wenxiang" userId="d138f06a-6a01-4e29-85e1-6ed07ce5361e" providerId="ADAL" clId="{14044101-B580-4E94-BFAD-619AE120DB96}" dt="2026-05-10T04:32:00.854" v="1331" actId="1076"/>
          <ac:cxnSpMkLst>
            <pc:docMk/>
            <pc:sldMk cId="3382016900" sldId="257"/>
            <ac:cxnSpMk id="37" creationId="{4B20F1D8-EF78-6A01-40B9-93257B6876A6}"/>
          </ac:cxnSpMkLst>
        </pc:cxnChg>
        <pc:cxnChg chg="add mod">
          <ac:chgData name="Ying, Wenxiang" userId="d138f06a-6a01-4e29-85e1-6ed07ce5361e" providerId="ADAL" clId="{14044101-B580-4E94-BFAD-619AE120DB96}" dt="2026-05-10T04:32:00.854" v="1331" actId="1076"/>
          <ac:cxnSpMkLst>
            <pc:docMk/>
            <pc:sldMk cId="3382016900" sldId="257"/>
            <ac:cxnSpMk id="38" creationId="{9CC55A0A-F216-7EA9-9DA5-E188771A4EB4}"/>
          </ac:cxnSpMkLst>
        </pc:cxnChg>
        <pc:cxnChg chg="add mod">
          <ac:chgData name="Ying, Wenxiang" userId="d138f06a-6a01-4e29-85e1-6ed07ce5361e" providerId="ADAL" clId="{14044101-B580-4E94-BFAD-619AE120DB96}" dt="2026-05-10T04:32:04.285" v="1333" actId="1076"/>
          <ac:cxnSpMkLst>
            <pc:docMk/>
            <pc:sldMk cId="3382016900" sldId="257"/>
            <ac:cxnSpMk id="40" creationId="{F07A219A-4246-9635-F9A4-71A8100862A1}"/>
          </ac:cxnSpMkLst>
        </pc:cxnChg>
        <pc:cxnChg chg="add mod">
          <ac:chgData name="Ying, Wenxiang" userId="d138f06a-6a01-4e29-85e1-6ed07ce5361e" providerId="ADAL" clId="{14044101-B580-4E94-BFAD-619AE120DB96}" dt="2026-05-10T04:32:04.285" v="1333" actId="1076"/>
          <ac:cxnSpMkLst>
            <pc:docMk/>
            <pc:sldMk cId="3382016900" sldId="257"/>
            <ac:cxnSpMk id="42" creationId="{D43B9D07-88E3-09BF-BE9E-8F8B79FA5E5F}"/>
          </ac:cxnSpMkLst>
        </pc:cxnChg>
      </pc:sldChg>
      <pc:sldChg chg="addSp delSp modSp new mod">
        <pc:chgData name="Ying, Wenxiang" userId="d138f06a-6a01-4e29-85e1-6ed07ce5361e" providerId="ADAL" clId="{14044101-B580-4E94-BFAD-619AE120DB96}" dt="2026-05-10T05:06:44.038" v="1532" actId="165"/>
        <pc:sldMkLst>
          <pc:docMk/>
          <pc:sldMk cId="4003042577" sldId="258"/>
        </pc:sldMkLst>
        <pc:spChg chg="add mod topLvl">
          <ac:chgData name="Ying, Wenxiang" userId="d138f06a-6a01-4e29-85e1-6ed07ce5361e" providerId="ADAL" clId="{14044101-B580-4E94-BFAD-619AE120DB96}" dt="2026-05-10T05:06:44.038" v="1532" actId="165"/>
          <ac:spMkLst>
            <pc:docMk/>
            <pc:sldMk cId="4003042577" sldId="258"/>
            <ac:spMk id="4" creationId="{8924C179-7263-3475-1454-805C19BBE5C9}"/>
          </ac:spMkLst>
        </pc:spChg>
        <pc:spChg chg="add mod topLvl">
          <ac:chgData name="Ying, Wenxiang" userId="d138f06a-6a01-4e29-85e1-6ed07ce5361e" providerId="ADAL" clId="{14044101-B580-4E94-BFAD-619AE120DB96}" dt="2026-05-10T05:06:44.038" v="1532" actId="165"/>
          <ac:spMkLst>
            <pc:docMk/>
            <pc:sldMk cId="4003042577" sldId="258"/>
            <ac:spMk id="5" creationId="{DD38E89F-3794-ED59-CB9A-92B4901861C9}"/>
          </ac:spMkLst>
        </pc:spChg>
        <pc:spChg chg="add mod">
          <ac:chgData name="Ying, Wenxiang" userId="d138f06a-6a01-4e29-85e1-6ed07ce5361e" providerId="ADAL" clId="{14044101-B580-4E94-BFAD-619AE120DB96}" dt="2026-05-10T04:50:09.810" v="1451" actId="1076"/>
          <ac:spMkLst>
            <pc:docMk/>
            <pc:sldMk cId="4003042577" sldId="258"/>
            <ac:spMk id="9" creationId="{2365B31D-ED2D-5A49-0EB0-8EFFF8B5578D}"/>
          </ac:spMkLst>
        </pc:spChg>
        <pc:spChg chg="add mod topLvl">
          <ac:chgData name="Ying, Wenxiang" userId="d138f06a-6a01-4e29-85e1-6ed07ce5361e" providerId="ADAL" clId="{14044101-B580-4E94-BFAD-619AE120DB96}" dt="2026-05-10T05:06:44.038" v="1532" actId="165"/>
          <ac:spMkLst>
            <pc:docMk/>
            <pc:sldMk cId="4003042577" sldId="258"/>
            <ac:spMk id="10" creationId="{282D873E-2D77-E8B8-A28C-A27BB544EE3F}"/>
          </ac:spMkLst>
        </pc:spChg>
        <pc:spChg chg="add mod">
          <ac:chgData name="Ying, Wenxiang" userId="d138f06a-6a01-4e29-85e1-6ed07ce5361e" providerId="ADAL" clId="{14044101-B580-4E94-BFAD-619AE120DB96}" dt="2026-05-10T04:56:06.378" v="1529" actId="14100"/>
          <ac:spMkLst>
            <pc:docMk/>
            <pc:sldMk cId="4003042577" sldId="258"/>
            <ac:spMk id="11" creationId="{770C4B26-9C63-3F23-E70B-9A1283754043}"/>
          </ac:spMkLst>
        </pc:spChg>
        <pc:spChg chg="add mod topLvl">
          <ac:chgData name="Ying, Wenxiang" userId="d138f06a-6a01-4e29-85e1-6ed07ce5361e" providerId="ADAL" clId="{14044101-B580-4E94-BFAD-619AE120DB96}" dt="2026-05-10T05:06:44.038" v="1532" actId="165"/>
          <ac:spMkLst>
            <pc:docMk/>
            <pc:sldMk cId="4003042577" sldId="258"/>
            <ac:spMk id="12" creationId="{FEEFF6DA-BBE4-5156-BB68-785DA74F1171}"/>
          </ac:spMkLst>
        </pc:spChg>
        <pc:spChg chg="mod">
          <ac:chgData name="Ying, Wenxiang" userId="d138f06a-6a01-4e29-85e1-6ed07ce5361e" providerId="ADAL" clId="{14044101-B580-4E94-BFAD-619AE120DB96}" dt="2026-05-10T04:54:40.920" v="1502" actId="1076"/>
          <ac:spMkLst>
            <pc:docMk/>
            <pc:sldMk cId="4003042577" sldId="258"/>
            <ac:spMk id="13" creationId="{C546070D-034E-1004-8DBC-ABB84312393B}"/>
          </ac:spMkLst>
        </pc:spChg>
        <pc:spChg chg="add mod topLvl">
          <ac:chgData name="Ying, Wenxiang" userId="d138f06a-6a01-4e29-85e1-6ed07ce5361e" providerId="ADAL" clId="{14044101-B580-4E94-BFAD-619AE120DB96}" dt="2026-05-10T05:06:44.038" v="1532" actId="165"/>
          <ac:spMkLst>
            <pc:docMk/>
            <pc:sldMk cId="4003042577" sldId="258"/>
            <ac:spMk id="15" creationId="{0B121804-B712-1EE7-78AA-E3337CFE647B}"/>
          </ac:spMkLst>
        </pc:spChg>
        <pc:spChg chg="mod topLvl">
          <ac:chgData name="Ying, Wenxiang" userId="d138f06a-6a01-4e29-85e1-6ed07ce5361e" providerId="ADAL" clId="{14044101-B580-4E94-BFAD-619AE120DB96}" dt="2026-05-10T05:06:44.038" v="1532" actId="165"/>
          <ac:spMkLst>
            <pc:docMk/>
            <pc:sldMk cId="4003042577" sldId="258"/>
            <ac:spMk id="16" creationId="{84CC8983-AEF1-C850-048E-339EA6AE709E}"/>
          </ac:spMkLst>
        </pc:spChg>
        <pc:spChg chg="add mod topLvl">
          <ac:chgData name="Ying, Wenxiang" userId="d138f06a-6a01-4e29-85e1-6ed07ce5361e" providerId="ADAL" clId="{14044101-B580-4E94-BFAD-619AE120DB96}" dt="2026-05-10T05:06:44.038" v="1532" actId="165"/>
          <ac:spMkLst>
            <pc:docMk/>
            <pc:sldMk cId="4003042577" sldId="258"/>
            <ac:spMk id="17" creationId="{82EA263C-B3E6-676F-18FF-57A72CDCE922}"/>
          </ac:spMkLst>
        </pc:spChg>
        <pc:spChg chg="add mod">
          <ac:chgData name="Ying, Wenxiang" userId="d138f06a-6a01-4e29-85e1-6ed07ce5361e" providerId="ADAL" clId="{14044101-B580-4E94-BFAD-619AE120DB96}" dt="2026-05-10T04:53:58.844" v="1494" actId="1076"/>
          <ac:spMkLst>
            <pc:docMk/>
            <pc:sldMk cId="4003042577" sldId="258"/>
            <ac:spMk id="20" creationId="{EFF1789F-D753-02AF-2957-1A308C1EF89D}"/>
          </ac:spMkLst>
        </pc:spChg>
        <pc:spChg chg="mod">
          <ac:chgData name="Ying, Wenxiang" userId="d138f06a-6a01-4e29-85e1-6ed07ce5361e" providerId="ADAL" clId="{14044101-B580-4E94-BFAD-619AE120DB96}" dt="2026-05-10T04:53:50.244" v="1492" actId="1076"/>
          <ac:spMkLst>
            <pc:docMk/>
            <pc:sldMk cId="4003042577" sldId="258"/>
            <ac:spMk id="21" creationId="{C7960AB1-7424-7BC1-C29E-CD897D4ACC2C}"/>
          </ac:spMkLst>
        </pc:spChg>
        <pc:spChg chg="mod topLvl">
          <ac:chgData name="Ying, Wenxiang" userId="d138f06a-6a01-4e29-85e1-6ed07ce5361e" providerId="ADAL" clId="{14044101-B580-4E94-BFAD-619AE120DB96}" dt="2026-05-10T05:06:44.038" v="1532" actId="165"/>
          <ac:spMkLst>
            <pc:docMk/>
            <pc:sldMk cId="4003042577" sldId="258"/>
            <ac:spMk id="22" creationId="{75ED2D0F-B36C-9333-66E0-B9FE2A95FDC0}"/>
          </ac:spMkLst>
        </pc:spChg>
        <pc:spChg chg="add mod topLvl">
          <ac:chgData name="Ying, Wenxiang" userId="d138f06a-6a01-4e29-85e1-6ed07ce5361e" providerId="ADAL" clId="{14044101-B580-4E94-BFAD-619AE120DB96}" dt="2026-05-10T05:06:44.038" v="1532" actId="165"/>
          <ac:spMkLst>
            <pc:docMk/>
            <pc:sldMk cId="4003042577" sldId="258"/>
            <ac:spMk id="23" creationId="{C8F838F9-788B-9C13-FA62-E201184AB57A}"/>
          </ac:spMkLst>
        </pc:spChg>
        <pc:spChg chg="add mod">
          <ac:chgData name="Ying, Wenxiang" userId="d138f06a-6a01-4e29-85e1-6ed07ce5361e" providerId="ADAL" clId="{14044101-B580-4E94-BFAD-619AE120DB96}" dt="2026-05-10T04:51:59.281" v="1478" actId="1076"/>
          <ac:spMkLst>
            <pc:docMk/>
            <pc:sldMk cId="4003042577" sldId="258"/>
            <ac:spMk id="24" creationId="{6CE692F1-931C-C320-3BA0-89AC653A4555}"/>
          </ac:spMkLst>
        </pc:spChg>
        <pc:spChg chg="add mod topLvl">
          <ac:chgData name="Ying, Wenxiang" userId="d138f06a-6a01-4e29-85e1-6ed07ce5361e" providerId="ADAL" clId="{14044101-B580-4E94-BFAD-619AE120DB96}" dt="2026-05-10T05:06:44.038" v="1532" actId="165"/>
          <ac:spMkLst>
            <pc:docMk/>
            <pc:sldMk cId="4003042577" sldId="258"/>
            <ac:spMk id="34" creationId="{DE8F390E-1AF1-021A-8A07-4D551DA4A1DC}"/>
          </ac:spMkLst>
        </pc:spChg>
        <pc:cxnChg chg="mod">
          <ac:chgData name="Ying, Wenxiang" userId="d138f06a-6a01-4e29-85e1-6ed07ce5361e" providerId="ADAL" clId="{14044101-B580-4E94-BFAD-619AE120DB96}" dt="2026-05-10T04:52:12.376" v="1482" actId="14100"/>
          <ac:cxnSpMkLst>
            <pc:docMk/>
            <pc:sldMk cId="4003042577" sldId="258"/>
            <ac:cxnSpMk id="2" creationId="{B98F34CB-DF9B-7EE0-C1F0-6AD9066C1F7E}"/>
          </ac:cxnSpMkLst>
        </pc:cxnChg>
        <pc:cxnChg chg="mod">
          <ac:chgData name="Ying, Wenxiang" userId="d138f06a-6a01-4e29-85e1-6ed07ce5361e" providerId="ADAL" clId="{14044101-B580-4E94-BFAD-619AE120DB96}" dt="2026-05-10T04:54:56.752" v="1505" actId="14100"/>
          <ac:cxnSpMkLst>
            <pc:docMk/>
            <pc:sldMk cId="4003042577" sldId="258"/>
            <ac:cxnSpMk id="3" creationId="{50123988-79E3-4B27-EC22-F44184B3F000}"/>
          </ac:cxnSpMkLst>
        </pc:cxnChg>
        <pc:cxnChg chg="mod">
          <ac:chgData name="Ying, Wenxiang" userId="d138f06a-6a01-4e29-85e1-6ed07ce5361e" providerId="ADAL" clId="{14044101-B580-4E94-BFAD-619AE120DB96}" dt="2026-05-10T04:56:15.306" v="1530" actId="14100"/>
          <ac:cxnSpMkLst>
            <pc:docMk/>
            <pc:sldMk cId="4003042577" sldId="258"/>
            <ac:cxnSpMk id="6" creationId="{F1D0A359-BFE7-0946-3672-58C19BD8329A}"/>
          </ac:cxnSpMkLst>
        </pc:cxnChg>
        <pc:cxnChg chg="mod">
          <ac:chgData name="Ying, Wenxiang" userId="d138f06a-6a01-4e29-85e1-6ed07ce5361e" providerId="ADAL" clId="{14044101-B580-4E94-BFAD-619AE120DB96}" dt="2026-05-10T04:51:52.589" v="1477" actId="14100"/>
          <ac:cxnSpMkLst>
            <pc:docMk/>
            <pc:sldMk cId="4003042577" sldId="258"/>
            <ac:cxnSpMk id="8" creationId="{FF1ABA51-D8DD-CCB0-F104-61A9DC29E6FD}"/>
          </ac:cxnSpMkLst>
        </pc:cxnChg>
        <pc:cxnChg chg="mod">
          <ac:chgData name="Ying, Wenxiang" userId="d138f06a-6a01-4e29-85e1-6ed07ce5361e" providerId="ADAL" clId="{14044101-B580-4E94-BFAD-619AE120DB96}" dt="2026-05-10T04:51:25.586" v="1471" actId="14100"/>
          <ac:cxnSpMkLst>
            <pc:docMk/>
            <pc:sldMk cId="4003042577" sldId="258"/>
            <ac:cxnSpMk id="14" creationId="{42878AA0-A1CB-6BA4-A612-92FE4407A7F1}"/>
          </ac:cxnSpMkLst>
        </pc:cxnChg>
        <pc:cxnChg chg="mod">
          <ac:chgData name="Ying, Wenxiang" userId="d138f06a-6a01-4e29-85e1-6ed07ce5361e" providerId="ADAL" clId="{14044101-B580-4E94-BFAD-619AE120DB96}" dt="2026-05-10T04:55:06.852" v="1508" actId="1076"/>
          <ac:cxnSpMkLst>
            <pc:docMk/>
            <pc:sldMk cId="4003042577" sldId="258"/>
            <ac:cxnSpMk id="18" creationId="{05D515EF-D29F-9458-1221-995E5887604B}"/>
          </ac:cxnSpMkLst>
        </pc:cxnChg>
        <pc:cxnChg chg="mod">
          <ac:chgData name="Ying, Wenxiang" userId="d138f06a-6a01-4e29-85e1-6ed07ce5361e" providerId="ADAL" clId="{14044101-B580-4E94-BFAD-619AE120DB96}" dt="2026-05-10T04:53:54.309" v="1493" actId="14100"/>
          <ac:cxnSpMkLst>
            <pc:docMk/>
            <pc:sldMk cId="4003042577" sldId="258"/>
            <ac:cxnSpMk id="19" creationId="{33EE0C3D-ECC9-F119-1CE4-6AD800B526B8}"/>
          </ac:cxnSpMkLst>
        </pc:cxnChg>
      </pc:sldChg>
      <pc:sldChg chg="addSp delSp modSp add mod">
        <pc:chgData name="Ying, Wenxiang" userId="d138f06a-6a01-4e29-85e1-6ed07ce5361e" providerId="ADAL" clId="{14044101-B580-4E94-BFAD-619AE120DB96}" dt="2026-05-12T01:54:13.810" v="1921" actId="14100"/>
        <pc:sldMkLst>
          <pc:docMk/>
          <pc:sldMk cId="3640973266" sldId="259"/>
        </pc:sldMkLst>
        <pc:spChg chg="mod">
          <ac:chgData name="Ying, Wenxiang" userId="d138f06a-6a01-4e29-85e1-6ed07ce5361e" providerId="ADAL" clId="{14044101-B580-4E94-BFAD-619AE120DB96}" dt="2026-05-12T01:54:09.015" v="1920" actId="1076"/>
          <ac:spMkLst>
            <pc:docMk/>
            <pc:sldMk cId="3640973266" sldId="259"/>
            <ac:spMk id="4" creationId="{FA84EF83-6874-6CF5-8AB7-551B635AB9D7}"/>
          </ac:spMkLst>
        </pc:spChg>
        <pc:spChg chg="del mod">
          <ac:chgData name="Ying, Wenxiang" userId="d138f06a-6a01-4e29-85e1-6ed07ce5361e" providerId="ADAL" clId="{14044101-B580-4E94-BFAD-619AE120DB96}" dt="2026-05-12T01:40:18.677" v="1799" actId="478"/>
          <ac:spMkLst>
            <pc:docMk/>
            <pc:sldMk cId="3640973266" sldId="259"/>
            <ac:spMk id="5" creationId="{83DD0632-F66A-2276-31CE-0EDD2BE23AE6}"/>
          </ac:spMkLst>
        </pc:spChg>
        <pc:spChg chg="del">
          <ac:chgData name="Ying, Wenxiang" userId="d138f06a-6a01-4e29-85e1-6ed07ce5361e" providerId="ADAL" clId="{14044101-B580-4E94-BFAD-619AE120DB96}" dt="2026-05-12T01:12:05.960" v="1542" actId="478"/>
          <ac:spMkLst>
            <pc:docMk/>
            <pc:sldMk cId="3640973266" sldId="259"/>
            <ac:spMk id="7" creationId="{2977F59D-E6AE-AF54-612D-C9C0F0B43EFC}"/>
          </ac:spMkLst>
        </pc:spChg>
        <pc:spChg chg="mod">
          <ac:chgData name="Ying, Wenxiang" userId="d138f06a-6a01-4e29-85e1-6ed07ce5361e" providerId="ADAL" clId="{14044101-B580-4E94-BFAD-619AE120DB96}" dt="2026-05-12T01:53:44.795" v="1917" actId="1076"/>
          <ac:spMkLst>
            <pc:docMk/>
            <pc:sldMk cId="3640973266" sldId="259"/>
            <ac:spMk id="9" creationId="{2AB15FDF-7C43-7571-2F06-714ABA9252D8}"/>
          </ac:spMkLst>
        </pc:spChg>
        <pc:spChg chg="mod">
          <ac:chgData name="Ying, Wenxiang" userId="d138f06a-6a01-4e29-85e1-6ed07ce5361e" providerId="ADAL" clId="{14044101-B580-4E94-BFAD-619AE120DB96}" dt="2026-05-12T01:48:35.629" v="1895" actId="14100"/>
          <ac:spMkLst>
            <pc:docMk/>
            <pc:sldMk cId="3640973266" sldId="259"/>
            <ac:spMk id="10" creationId="{667E3076-95B4-5C91-5353-D75D539AB274}"/>
          </ac:spMkLst>
        </pc:spChg>
        <pc:spChg chg="mod">
          <ac:chgData name="Ying, Wenxiang" userId="d138f06a-6a01-4e29-85e1-6ed07ce5361e" providerId="ADAL" clId="{14044101-B580-4E94-BFAD-619AE120DB96}" dt="2026-05-12T01:48:57.140" v="1898" actId="14100"/>
          <ac:spMkLst>
            <pc:docMk/>
            <pc:sldMk cId="3640973266" sldId="259"/>
            <ac:spMk id="11" creationId="{3AC61BA0-7386-4664-6280-F79A004BCC6C}"/>
          </ac:spMkLst>
        </pc:spChg>
        <pc:spChg chg="mod">
          <ac:chgData name="Ying, Wenxiang" userId="d138f06a-6a01-4e29-85e1-6ed07ce5361e" providerId="ADAL" clId="{14044101-B580-4E94-BFAD-619AE120DB96}" dt="2026-05-12T01:48:49.119" v="1897" actId="1076"/>
          <ac:spMkLst>
            <pc:docMk/>
            <pc:sldMk cId="3640973266" sldId="259"/>
            <ac:spMk id="12" creationId="{8C300D7B-E01B-DE67-B1FA-96B5DDEBE218}"/>
          </ac:spMkLst>
        </pc:spChg>
        <pc:spChg chg="mod">
          <ac:chgData name="Ying, Wenxiang" userId="d138f06a-6a01-4e29-85e1-6ed07ce5361e" providerId="ADAL" clId="{14044101-B580-4E94-BFAD-619AE120DB96}" dt="2026-05-12T01:51:28.267" v="1910" actId="1076"/>
          <ac:spMkLst>
            <pc:docMk/>
            <pc:sldMk cId="3640973266" sldId="259"/>
            <ac:spMk id="13" creationId="{8D4BBEEA-EF50-FB0F-37EE-2AC1F0857A6C}"/>
          </ac:spMkLst>
        </pc:spChg>
        <pc:spChg chg="del mod">
          <ac:chgData name="Ying, Wenxiang" userId="d138f06a-6a01-4e29-85e1-6ed07ce5361e" providerId="ADAL" clId="{14044101-B580-4E94-BFAD-619AE120DB96}" dt="2026-05-12T01:21:27.994" v="1622" actId="478"/>
          <ac:spMkLst>
            <pc:docMk/>
            <pc:sldMk cId="3640973266" sldId="259"/>
            <ac:spMk id="15" creationId="{10875213-CA59-EBE4-C75E-137AB37AC4B6}"/>
          </ac:spMkLst>
        </pc:spChg>
        <pc:spChg chg="mod">
          <ac:chgData name="Ying, Wenxiang" userId="d138f06a-6a01-4e29-85e1-6ed07ce5361e" providerId="ADAL" clId="{14044101-B580-4E94-BFAD-619AE120DB96}" dt="2026-05-12T01:29:38.121" v="1711" actId="1038"/>
          <ac:spMkLst>
            <pc:docMk/>
            <pc:sldMk cId="3640973266" sldId="259"/>
            <ac:spMk id="16" creationId="{329576D1-8267-0807-BF41-A6A4DBB30D78}"/>
          </ac:spMkLst>
        </pc:spChg>
        <pc:spChg chg="mod">
          <ac:chgData name="Ying, Wenxiang" userId="d138f06a-6a01-4e29-85e1-6ed07ce5361e" providerId="ADAL" clId="{14044101-B580-4E94-BFAD-619AE120DB96}" dt="2026-05-12T01:49:35.948" v="1905" actId="1076"/>
          <ac:spMkLst>
            <pc:docMk/>
            <pc:sldMk cId="3640973266" sldId="259"/>
            <ac:spMk id="17" creationId="{06C8DAC3-4DCC-2944-3293-D806459629E2}"/>
          </ac:spMkLst>
        </pc:spChg>
        <pc:spChg chg="mod">
          <ac:chgData name="Ying, Wenxiang" userId="d138f06a-6a01-4e29-85e1-6ed07ce5361e" providerId="ADAL" clId="{14044101-B580-4E94-BFAD-619AE120DB96}" dt="2026-05-12T01:30:31.162" v="1718" actId="1076"/>
          <ac:spMkLst>
            <pc:docMk/>
            <pc:sldMk cId="3640973266" sldId="259"/>
            <ac:spMk id="20" creationId="{2407FE40-30CF-A9B5-19D2-AFB6F8FAE91D}"/>
          </ac:spMkLst>
        </pc:spChg>
        <pc:spChg chg="mod">
          <ac:chgData name="Ying, Wenxiang" userId="d138f06a-6a01-4e29-85e1-6ed07ce5361e" providerId="ADAL" clId="{14044101-B580-4E94-BFAD-619AE120DB96}" dt="2026-05-12T01:35:48.555" v="1760" actId="1076"/>
          <ac:spMkLst>
            <pc:docMk/>
            <pc:sldMk cId="3640973266" sldId="259"/>
            <ac:spMk id="21" creationId="{161D4292-0033-9725-DB32-75768E4FAD13}"/>
          </ac:spMkLst>
        </pc:spChg>
        <pc:spChg chg="mod">
          <ac:chgData name="Ying, Wenxiang" userId="d138f06a-6a01-4e29-85e1-6ed07ce5361e" providerId="ADAL" clId="{14044101-B580-4E94-BFAD-619AE120DB96}" dt="2026-05-12T01:49:31.055" v="1904" actId="1076"/>
          <ac:spMkLst>
            <pc:docMk/>
            <pc:sldMk cId="3640973266" sldId="259"/>
            <ac:spMk id="22" creationId="{0EF2F785-01DD-9EB9-35FE-678783333E09}"/>
          </ac:spMkLst>
        </pc:spChg>
        <pc:spChg chg="del mod">
          <ac:chgData name="Ying, Wenxiang" userId="d138f06a-6a01-4e29-85e1-6ed07ce5361e" providerId="ADAL" clId="{14044101-B580-4E94-BFAD-619AE120DB96}" dt="2026-05-12T01:39:47.326" v="1776" actId="478"/>
          <ac:spMkLst>
            <pc:docMk/>
            <pc:sldMk cId="3640973266" sldId="259"/>
            <ac:spMk id="23" creationId="{D5F382E0-6B0D-C461-840C-5D9696E02F49}"/>
          </ac:spMkLst>
        </pc:spChg>
        <pc:spChg chg="mod">
          <ac:chgData name="Ying, Wenxiang" userId="d138f06a-6a01-4e29-85e1-6ed07ce5361e" providerId="ADAL" clId="{14044101-B580-4E94-BFAD-619AE120DB96}" dt="2026-05-12T01:36:14.390" v="1762" actId="1076"/>
          <ac:spMkLst>
            <pc:docMk/>
            <pc:sldMk cId="3640973266" sldId="259"/>
            <ac:spMk id="24" creationId="{A6A3FE40-1324-5592-14E6-C3185780615D}"/>
          </ac:spMkLst>
        </pc:spChg>
        <pc:spChg chg="del">
          <ac:chgData name="Ying, Wenxiang" userId="d138f06a-6a01-4e29-85e1-6ed07ce5361e" providerId="ADAL" clId="{14044101-B580-4E94-BFAD-619AE120DB96}" dt="2026-05-12T01:12:05.960" v="1542" actId="478"/>
          <ac:spMkLst>
            <pc:docMk/>
            <pc:sldMk cId="3640973266" sldId="259"/>
            <ac:spMk id="25" creationId="{E21BD03A-7D95-F775-5668-3F5BC7498068}"/>
          </ac:spMkLst>
        </pc:spChg>
        <pc:spChg chg="del">
          <ac:chgData name="Ying, Wenxiang" userId="d138f06a-6a01-4e29-85e1-6ed07ce5361e" providerId="ADAL" clId="{14044101-B580-4E94-BFAD-619AE120DB96}" dt="2026-05-12T01:12:05.960" v="1542" actId="478"/>
          <ac:spMkLst>
            <pc:docMk/>
            <pc:sldMk cId="3640973266" sldId="259"/>
            <ac:spMk id="26" creationId="{6ED9333F-35D7-3AAA-EB1D-00A17FF731B8}"/>
          </ac:spMkLst>
        </pc:spChg>
        <pc:spChg chg="del">
          <ac:chgData name="Ying, Wenxiang" userId="d138f06a-6a01-4e29-85e1-6ed07ce5361e" providerId="ADAL" clId="{14044101-B580-4E94-BFAD-619AE120DB96}" dt="2026-05-12T01:12:05.960" v="1542" actId="478"/>
          <ac:spMkLst>
            <pc:docMk/>
            <pc:sldMk cId="3640973266" sldId="259"/>
            <ac:spMk id="27" creationId="{124164EE-5876-F156-8366-371C137BD224}"/>
          </ac:spMkLst>
        </pc:spChg>
        <pc:spChg chg="del">
          <ac:chgData name="Ying, Wenxiang" userId="d138f06a-6a01-4e29-85e1-6ed07ce5361e" providerId="ADAL" clId="{14044101-B580-4E94-BFAD-619AE120DB96}" dt="2026-05-12T01:13:18.790" v="1567" actId="478"/>
          <ac:spMkLst>
            <pc:docMk/>
            <pc:sldMk cId="3640973266" sldId="259"/>
            <ac:spMk id="29" creationId="{6E9380AE-D6F8-6D3F-918E-2DBCC931D7FE}"/>
          </ac:spMkLst>
        </pc:spChg>
        <pc:spChg chg="del">
          <ac:chgData name="Ying, Wenxiang" userId="d138f06a-6a01-4e29-85e1-6ed07ce5361e" providerId="ADAL" clId="{14044101-B580-4E94-BFAD-619AE120DB96}" dt="2026-05-12T01:13:24.981" v="1569" actId="478"/>
          <ac:spMkLst>
            <pc:docMk/>
            <pc:sldMk cId="3640973266" sldId="259"/>
            <ac:spMk id="30" creationId="{7E442F17-7ECC-2C35-4D9D-3B4755E64FED}"/>
          </ac:spMkLst>
        </pc:spChg>
        <pc:spChg chg="del">
          <ac:chgData name="Ying, Wenxiang" userId="d138f06a-6a01-4e29-85e1-6ed07ce5361e" providerId="ADAL" clId="{14044101-B580-4E94-BFAD-619AE120DB96}" dt="2026-05-12T01:13:17.399" v="1566" actId="478"/>
          <ac:spMkLst>
            <pc:docMk/>
            <pc:sldMk cId="3640973266" sldId="259"/>
            <ac:spMk id="33" creationId="{02B63220-6D3E-B72B-692E-05A68D0BF36C}"/>
          </ac:spMkLst>
        </pc:spChg>
        <pc:spChg chg="mod">
          <ac:chgData name="Ying, Wenxiang" userId="d138f06a-6a01-4e29-85e1-6ed07ce5361e" providerId="ADAL" clId="{14044101-B580-4E94-BFAD-619AE120DB96}" dt="2026-05-12T01:48:44.157" v="1896" actId="1076"/>
          <ac:spMkLst>
            <pc:docMk/>
            <pc:sldMk cId="3640973266" sldId="259"/>
            <ac:spMk id="34" creationId="{8DBE1AFF-CA77-46AF-6208-9E2502A72DD2}"/>
          </ac:spMkLst>
        </pc:spChg>
        <pc:spChg chg="del">
          <ac:chgData name="Ying, Wenxiang" userId="d138f06a-6a01-4e29-85e1-6ed07ce5361e" providerId="ADAL" clId="{14044101-B580-4E94-BFAD-619AE120DB96}" dt="2026-05-12T01:13:23.155" v="1568" actId="478"/>
          <ac:spMkLst>
            <pc:docMk/>
            <pc:sldMk cId="3640973266" sldId="259"/>
            <ac:spMk id="35" creationId="{F0AC8CEA-BFDD-5417-765E-53329DC43365}"/>
          </ac:spMkLst>
        </pc:spChg>
        <pc:spChg chg="add del mod">
          <ac:chgData name="Ying, Wenxiang" userId="d138f06a-6a01-4e29-85e1-6ed07ce5361e" providerId="ADAL" clId="{14044101-B580-4E94-BFAD-619AE120DB96}" dt="2026-05-12T01:39:48.989" v="1777" actId="478"/>
          <ac:spMkLst>
            <pc:docMk/>
            <pc:sldMk cId="3640973266" sldId="259"/>
            <ac:spMk id="38" creationId="{53D8F3BA-F462-3245-F363-5A30BEBC1C31}"/>
          </ac:spMkLst>
        </pc:spChg>
        <pc:picChg chg="del mod">
          <ac:chgData name="Ying, Wenxiang" userId="d138f06a-6a01-4e29-85e1-6ed07ce5361e" providerId="ADAL" clId="{14044101-B580-4E94-BFAD-619AE120DB96}" dt="2026-05-12T01:40:07.095" v="1795" actId="478"/>
          <ac:picMkLst>
            <pc:docMk/>
            <pc:sldMk cId="3640973266" sldId="259"/>
            <ac:picMk id="51" creationId="{34A375FC-E914-ACAB-7FF9-726245A967C0}"/>
          </ac:picMkLst>
        </pc:picChg>
        <pc:picChg chg="mod ord">
          <ac:chgData name="Ying, Wenxiang" userId="d138f06a-6a01-4e29-85e1-6ed07ce5361e" providerId="ADAL" clId="{14044101-B580-4E94-BFAD-619AE120DB96}" dt="2026-05-12T01:49:47.835" v="1908" actId="1076"/>
          <ac:picMkLst>
            <pc:docMk/>
            <pc:sldMk cId="3640973266" sldId="259"/>
            <ac:picMk id="53" creationId="{B40B5521-2917-773D-8B36-55276FD0D7A5}"/>
          </ac:picMkLst>
        </pc:picChg>
        <pc:picChg chg="mod">
          <ac:chgData name="Ying, Wenxiang" userId="d138f06a-6a01-4e29-85e1-6ed07ce5361e" providerId="ADAL" clId="{14044101-B580-4E94-BFAD-619AE120DB96}" dt="2026-05-12T01:49:23.988" v="1903" actId="1076"/>
          <ac:picMkLst>
            <pc:docMk/>
            <pc:sldMk cId="3640973266" sldId="259"/>
            <ac:picMk id="55" creationId="{57D19025-E6A3-C711-BBFC-2D11101821D2}"/>
          </ac:picMkLst>
        </pc:picChg>
        <pc:picChg chg="del mod">
          <ac:chgData name="Ying, Wenxiang" userId="d138f06a-6a01-4e29-85e1-6ed07ce5361e" providerId="ADAL" clId="{14044101-B580-4E94-BFAD-619AE120DB96}" dt="2026-05-12T01:42:14.215" v="1830" actId="478"/>
          <ac:picMkLst>
            <pc:docMk/>
            <pc:sldMk cId="3640973266" sldId="259"/>
            <ac:picMk id="57" creationId="{EE02C075-E46C-A34F-6E26-F160022E7FE7}"/>
          </ac:picMkLst>
        </pc:picChg>
        <pc:picChg chg="del mod ord">
          <ac:chgData name="Ying, Wenxiang" userId="d138f06a-6a01-4e29-85e1-6ed07ce5361e" providerId="ADAL" clId="{14044101-B580-4E94-BFAD-619AE120DB96}" dt="2026-05-12T01:45:16.067" v="1863" actId="478"/>
          <ac:picMkLst>
            <pc:docMk/>
            <pc:sldMk cId="3640973266" sldId="259"/>
            <ac:picMk id="59" creationId="{2BA80247-E5A6-328C-04D6-4053D90EB387}"/>
          </ac:picMkLst>
        </pc:picChg>
        <pc:picChg chg="mod ord">
          <ac:chgData name="Ying, Wenxiang" userId="d138f06a-6a01-4e29-85e1-6ed07ce5361e" providerId="ADAL" clId="{14044101-B580-4E94-BFAD-619AE120DB96}" dt="2026-05-12T01:52:03.003" v="1915" actId="1076"/>
          <ac:picMkLst>
            <pc:docMk/>
            <pc:sldMk cId="3640973266" sldId="259"/>
            <ac:picMk id="61" creationId="{60FFB6C2-D142-0831-72C3-346FF708D3EE}"/>
          </ac:picMkLst>
        </pc:picChg>
        <pc:cxnChg chg="mod">
          <ac:chgData name="Ying, Wenxiang" userId="d138f06a-6a01-4e29-85e1-6ed07ce5361e" providerId="ADAL" clId="{14044101-B580-4E94-BFAD-619AE120DB96}" dt="2026-05-12T01:34:55.603" v="1732" actId="14100"/>
          <ac:cxnSpMkLst>
            <pc:docMk/>
            <pc:sldMk cId="3640973266" sldId="259"/>
            <ac:cxnSpMk id="2" creationId="{473BFE5E-FE64-2E69-6685-5385CE66DA40}"/>
          </ac:cxnSpMkLst>
        </pc:cxnChg>
        <pc:cxnChg chg="mod">
          <ac:chgData name="Ying, Wenxiang" userId="d138f06a-6a01-4e29-85e1-6ed07ce5361e" providerId="ADAL" clId="{14044101-B580-4E94-BFAD-619AE120DB96}" dt="2026-05-12T01:49:16.316" v="1901" actId="14100"/>
          <ac:cxnSpMkLst>
            <pc:docMk/>
            <pc:sldMk cId="3640973266" sldId="259"/>
            <ac:cxnSpMk id="3" creationId="{58C1A04E-8D33-9646-B41B-E191E73A9A38}"/>
          </ac:cxnSpMkLst>
        </pc:cxnChg>
        <pc:cxnChg chg="mod">
          <ac:chgData name="Ying, Wenxiang" userId="d138f06a-6a01-4e29-85e1-6ed07ce5361e" providerId="ADAL" clId="{14044101-B580-4E94-BFAD-619AE120DB96}" dt="2026-05-12T01:54:13.810" v="1921" actId="14100"/>
          <ac:cxnSpMkLst>
            <pc:docMk/>
            <pc:sldMk cId="3640973266" sldId="259"/>
            <ac:cxnSpMk id="6" creationId="{D7DDC0A2-5363-31DF-8916-6C4D50B5CE5A}"/>
          </ac:cxnSpMkLst>
        </pc:cxnChg>
        <pc:cxnChg chg="mod">
          <ac:chgData name="Ying, Wenxiang" userId="d138f06a-6a01-4e29-85e1-6ed07ce5361e" providerId="ADAL" clId="{14044101-B580-4E94-BFAD-619AE120DB96}" dt="2026-05-12T01:53:57.453" v="1919" actId="14100"/>
          <ac:cxnSpMkLst>
            <pc:docMk/>
            <pc:sldMk cId="3640973266" sldId="259"/>
            <ac:cxnSpMk id="8" creationId="{1C580FAF-8303-AA3A-A680-EC2676ED7BDB}"/>
          </ac:cxnSpMkLst>
        </pc:cxnChg>
        <pc:cxnChg chg="mod">
          <ac:chgData name="Ying, Wenxiang" userId="d138f06a-6a01-4e29-85e1-6ed07ce5361e" providerId="ADAL" clId="{14044101-B580-4E94-BFAD-619AE120DB96}" dt="2026-05-12T01:52:07.245" v="1916" actId="14100"/>
          <ac:cxnSpMkLst>
            <pc:docMk/>
            <pc:sldMk cId="3640973266" sldId="259"/>
            <ac:cxnSpMk id="14" creationId="{88E211C3-EB70-A92A-7CF3-9A391B1EE07E}"/>
          </ac:cxnSpMkLst>
        </pc:cxnChg>
        <pc:cxnChg chg="mod">
          <ac:chgData name="Ying, Wenxiang" userId="d138f06a-6a01-4e29-85e1-6ed07ce5361e" providerId="ADAL" clId="{14044101-B580-4E94-BFAD-619AE120DB96}" dt="2026-05-12T01:49:37.885" v="1906" actId="1076"/>
          <ac:cxnSpMkLst>
            <pc:docMk/>
            <pc:sldMk cId="3640973266" sldId="259"/>
            <ac:cxnSpMk id="18" creationId="{837D7AD0-E678-7C3F-50C0-ABE1324362F4}"/>
          </ac:cxnSpMkLst>
        </pc:cxnChg>
        <pc:cxnChg chg="mod">
          <ac:chgData name="Ying, Wenxiang" userId="d138f06a-6a01-4e29-85e1-6ed07ce5361e" providerId="ADAL" clId="{14044101-B580-4E94-BFAD-619AE120DB96}" dt="2026-05-12T01:35:45.032" v="1759" actId="14100"/>
          <ac:cxnSpMkLst>
            <pc:docMk/>
            <pc:sldMk cId="3640973266" sldId="259"/>
            <ac:cxnSpMk id="19" creationId="{4612B048-95D9-12D6-2028-DAE4BE27594A}"/>
          </ac:cxnSpMkLst>
        </pc:cxnChg>
      </pc:sldChg>
      <pc:sldChg chg="delSp modSp add del mod">
        <pc:chgData name="Ying, Wenxiang" userId="d138f06a-6a01-4e29-85e1-6ed07ce5361e" providerId="ADAL" clId="{14044101-B580-4E94-BFAD-619AE120DB96}" dt="2026-05-12T01:06:14.975" v="1536" actId="47"/>
        <pc:sldMkLst>
          <pc:docMk/>
          <pc:sldMk cId="3912323609" sldId="259"/>
        </pc:sldMkLst>
        <pc:spChg chg="del mod">
          <ac:chgData name="Ying, Wenxiang" userId="d138f06a-6a01-4e29-85e1-6ed07ce5361e" providerId="ADAL" clId="{14044101-B580-4E94-BFAD-619AE120DB96}" dt="2026-05-12T01:03:08.122" v="1535" actId="478"/>
          <ac:spMkLst>
            <pc:docMk/>
            <pc:sldMk cId="3912323609" sldId="259"/>
            <ac:spMk id="56" creationId="{736C6D57-7701-2647-BE07-65D8AB62788B}"/>
          </ac:spMkLst>
        </pc:spChg>
      </pc:sldChg>
    </pc:docChg>
  </pc:docChgLst>
  <pc:docChgLst>
    <pc:chgData name="Ying, Wenxiang" userId="d138f06a-6a01-4e29-85e1-6ed07ce5361e" providerId="ADAL" clId="{A7216A4D-996A-47F8-A5B1-108B430863F3}"/>
    <pc:docChg chg="custSel delSld modSld">
      <pc:chgData name="Ying, Wenxiang" userId="d138f06a-6a01-4e29-85e1-6ed07ce5361e" providerId="ADAL" clId="{A7216A4D-996A-47F8-A5B1-108B430863F3}" dt="2026-05-10T18:01:40.907" v="152" actId="207"/>
      <pc:docMkLst>
        <pc:docMk/>
      </pc:docMkLst>
      <pc:sldChg chg="addSp modSp mod">
        <pc:chgData name="Ying, Wenxiang" userId="d138f06a-6a01-4e29-85e1-6ed07ce5361e" providerId="ADAL" clId="{A7216A4D-996A-47F8-A5B1-108B430863F3}" dt="2026-05-10T18:01:40.907" v="152" actId="207"/>
        <pc:sldMkLst>
          <pc:docMk/>
          <pc:sldMk cId="4003042577" sldId="258"/>
        </pc:sldMkLst>
        <pc:spChg chg="mod">
          <ac:chgData name="Ying, Wenxiang" userId="d138f06a-6a01-4e29-85e1-6ed07ce5361e" providerId="ADAL" clId="{A7216A4D-996A-47F8-A5B1-108B430863F3}" dt="2026-05-10T17:55:09.673" v="131" actId="1076"/>
          <ac:spMkLst>
            <pc:docMk/>
            <pc:sldMk cId="4003042577" sldId="258"/>
            <ac:spMk id="4" creationId="{8924C179-7263-3475-1454-805C19BBE5C9}"/>
          </ac:spMkLst>
        </pc:spChg>
        <pc:spChg chg="add mod">
          <ac:chgData name="Ying, Wenxiang" userId="d138f06a-6a01-4e29-85e1-6ed07ce5361e" providerId="ADAL" clId="{A7216A4D-996A-47F8-A5B1-108B430863F3}" dt="2026-05-10T17:51:26.429" v="103" actId="1076"/>
          <ac:spMkLst>
            <pc:docMk/>
            <pc:sldMk cId="4003042577" sldId="258"/>
            <ac:spMk id="7" creationId="{183BF918-02B9-710C-2760-3EB02F66EEFF}"/>
          </ac:spMkLst>
        </pc:spChg>
        <pc:spChg chg="mod">
          <ac:chgData name="Ying, Wenxiang" userId="d138f06a-6a01-4e29-85e1-6ed07ce5361e" providerId="ADAL" clId="{A7216A4D-996A-47F8-A5B1-108B430863F3}" dt="2026-05-10T17:49:36.679" v="55" actId="1076"/>
          <ac:spMkLst>
            <pc:docMk/>
            <pc:sldMk cId="4003042577" sldId="258"/>
            <ac:spMk id="12" creationId="{FEEFF6DA-BBE4-5156-BB68-785DA74F1171}"/>
          </ac:spMkLst>
        </pc:spChg>
        <pc:spChg chg="mod">
          <ac:chgData name="Ying, Wenxiang" userId="d138f06a-6a01-4e29-85e1-6ed07ce5361e" providerId="ADAL" clId="{A7216A4D-996A-47F8-A5B1-108B430863F3}" dt="2026-05-10T17:51:29.989" v="104" actId="1076"/>
          <ac:spMkLst>
            <pc:docMk/>
            <pc:sldMk cId="4003042577" sldId="258"/>
            <ac:spMk id="13" creationId="{C546070D-034E-1004-8DBC-ABB84312393B}"/>
          </ac:spMkLst>
        </pc:spChg>
        <pc:spChg chg="mod">
          <ac:chgData name="Ying, Wenxiang" userId="d138f06a-6a01-4e29-85e1-6ed07ce5361e" providerId="ADAL" clId="{A7216A4D-996A-47F8-A5B1-108B430863F3}" dt="2026-05-10T17:49:27.959" v="54" actId="1076"/>
          <ac:spMkLst>
            <pc:docMk/>
            <pc:sldMk cId="4003042577" sldId="258"/>
            <ac:spMk id="15" creationId="{0B121804-B712-1EE7-78AA-E3337CFE647B}"/>
          </ac:spMkLst>
        </pc:spChg>
        <pc:spChg chg="mod">
          <ac:chgData name="Ying, Wenxiang" userId="d138f06a-6a01-4e29-85e1-6ed07ce5361e" providerId="ADAL" clId="{A7216A4D-996A-47F8-A5B1-108B430863F3}" dt="2026-05-10T17:55:36.584" v="143" actId="1038"/>
          <ac:spMkLst>
            <pc:docMk/>
            <pc:sldMk cId="4003042577" sldId="258"/>
            <ac:spMk id="24" creationId="{6CE692F1-931C-C320-3BA0-89AC653A4555}"/>
          </ac:spMkLst>
        </pc:spChg>
        <pc:spChg chg="add mod">
          <ac:chgData name="Ying, Wenxiang" userId="d138f06a-6a01-4e29-85e1-6ed07ce5361e" providerId="ADAL" clId="{A7216A4D-996A-47F8-A5B1-108B430863F3}" dt="2026-05-10T17:51:37.581" v="105" actId="1076"/>
          <ac:spMkLst>
            <pc:docMk/>
            <pc:sldMk cId="4003042577" sldId="258"/>
            <ac:spMk id="25" creationId="{365065F3-1862-31BC-FABE-65FB6C4D7406}"/>
          </ac:spMkLst>
        </pc:spChg>
        <pc:spChg chg="add mod">
          <ac:chgData name="Ying, Wenxiang" userId="d138f06a-6a01-4e29-85e1-6ed07ce5361e" providerId="ADAL" clId="{A7216A4D-996A-47F8-A5B1-108B430863F3}" dt="2026-05-10T18:01:28.877" v="150" actId="207"/>
          <ac:spMkLst>
            <pc:docMk/>
            <pc:sldMk cId="4003042577" sldId="258"/>
            <ac:spMk id="26" creationId="{D6B77998-72EF-49FF-EF17-475D244E6040}"/>
          </ac:spMkLst>
        </pc:spChg>
        <pc:spChg chg="add mod">
          <ac:chgData name="Ying, Wenxiang" userId="d138f06a-6a01-4e29-85e1-6ed07ce5361e" providerId="ADAL" clId="{A7216A4D-996A-47F8-A5B1-108B430863F3}" dt="2026-05-10T18:01:40.907" v="152" actId="207"/>
          <ac:spMkLst>
            <pc:docMk/>
            <pc:sldMk cId="4003042577" sldId="258"/>
            <ac:spMk id="27" creationId="{A593A308-BC08-19CD-1C1A-2B8ECDA1844D}"/>
          </ac:spMkLst>
        </pc:spChg>
        <pc:spChg chg="add mod">
          <ac:chgData name="Ying, Wenxiang" userId="d138f06a-6a01-4e29-85e1-6ed07ce5361e" providerId="ADAL" clId="{A7216A4D-996A-47F8-A5B1-108B430863F3}" dt="2026-05-10T17:52:29.699" v="109" actId="1076"/>
          <ac:spMkLst>
            <pc:docMk/>
            <pc:sldMk cId="4003042577" sldId="258"/>
            <ac:spMk id="28" creationId="{2B958F31-8C1C-8AFF-D9F0-75B132A9428C}"/>
          </ac:spMkLst>
        </pc:spChg>
        <pc:spChg chg="add mod">
          <ac:chgData name="Ying, Wenxiang" userId="d138f06a-6a01-4e29-85e1-6ed07ce5361e" providerId="ADAL" clId="{A7216A4D-996A-47F8-A5B1-108B430863F3}" dt="2026-05-10T17:52:59.269" v="116" actId="1076"/>
          <ac:spMkLst>
            <pc:docMk/>
            <pc:sldMk cId="4003042577" sldId="258"/>
            <ac:spMk id="29" creationId="{FAF60207-F825-01A7-AE5C-1A7ED6DFB829}"/>
          </ac:spMkLst>
        </pc:spChg>
        <pc:spChg chg="add mod">
          <ac:chgData name="Ying, Wenxiang" userId="d138f06a-6a01-4e29-85e1-6ed07ce5361e" providerId="ADAL" clId="{A7216A4D-996A-47F8-A5B1-108B430863F3}" dt="2026-05-10T17:53:19.563" v="126" actId="1076"/>
          <ac:spMkLst>
            <pc:docMk/>
            <pc:sldMk cId="4003042577" sldId="258"/>
            <ac:spMk id="30" creationId="{493C34A1-9C43-F1F8-E874-313803ACA85D}"/>
          </ac:spMkLst>
        </pc:spChg>
        <pc:spChg chg="add mod">
          <ac:chgData name="Ying, Wenxiang" userId="d138f06a-6a01-4e29-85e1-6ed07ce5361e" providerId="ADAL" clId="{A7216A4D-996A-47F8-A5B1-108B430863F3}" dt="2026-05-10T17:55:58.622" v="145" actId="1076"/>
          <ac:spMkLst>
            <pc:docMk/>
            <pc:sldMk cId="4003042577" sldId="258"/>
            <ac:spMk id="33" creationId="{311C94D4-AE47-1867-89BD-A6D6716E31AD}"/>
          </ac:spMkLst>
        </pc:spChg>
        <pc:spChg chg="add mod">
          <ac:chgData name="Ying, Wenxiang" userId="d138f06a-6a01-4e29-85e1-6ed07ce5361e" providerId="ADAL" clId="{A7216A4D-996A-47F8-A5B1-108B430863F3}" dt="2026-05-10T17:56:15.825" v="149" actId="1076"/>
          <ac:spMkLst>
            <pc:docMk/>
            <pc:sldMk cId="4003042577" sldId="258"/>
            <ac:spMk id="35" creationId="{9B6FD476-A1FD-5233-B55B-EE5197A3DD19}"/>
          </ac:spMkLst>
        </pc:spChg>
        <pc:cxnChg chg="mod">
          <ac:chgData name="Ying, Wenxiang" userId="d138f06a-6a01-4e29-85e1-6ed07ce5361e" providerId="ADAL" clId="{A7216A4D-996A-47F8-A5B1-108B430863F3}" dt="2026-05-10T17:55:17.587" v="132" actId="14100"/>
          <ac:cxnSpMkLst>
            <pc:docMk/>
            <pc:sldMk cId="4003042577" sldId="258"/>
            <ac:cxnSpMk id="6" creationId="{F1D0A359-BFE7-0946-3672-58C19BD8329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4CA5D-EBBA-8F86-3A7F-9F34D5AB7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ED4B45-1084-904B-67C8-1DA3A8578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8708BE-A034-C75F-D407-EA0BBA2A4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9FA18-6CFC-4BDE-B539-58020A0E0093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2C25E6-BFDB-C16B-669F-D82F533BE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BD47F1-153C-DC88-1B7E-AB4455946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E7D-9D68-448A-B9FC-5DA5536CAB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566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5A0001-4557-EDAD-D06A-66564FEB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39C634-E8B3-16D6-AFEA-75D37D4FD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8C070C-3E6B-7BCF-916B-3091C237A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9FA18-6CFC-4BDE-B539-58020A0E0093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C84EE3-622A-0BBF-BB60-9597B6D0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4CD17B-5E4D-6E43-BC9D-B6424D90C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E7D-9D68-448A-B9FC-5DA5536CAB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652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D7724-DE42-F9A0-18F5-E94558CCD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981082-A984-9905-E08E-299AF0434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64E32F-2E72-765D-BAE5-B9E67744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9FA18-6CFC-4BDE-B539-58020A0E0093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46DCD8-4A67-4C45-00FD-2B5D816F8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3C860C-B198-12CA-EF56-BE3894B0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E7D-9D68-448A-B9FC-5DA5536CAB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2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40034-9E7A-964F-450F-091BEB0E8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93DDAC-0950-3776-C2F2-81D820E11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897327-DA4D-1F21-6FBD-95011FE42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B27B48-AA67-8D39-B7E5-DDC82634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9FA18-6CFC-4BDE-B539-58020A0E0093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94658C-30EF-B10F-FC52-CC9B6962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70E5E0-0125-9DFA-C5E3-F78C639BF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E7D-9D68-448A-B9FC-5DA5536CAB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06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43F77-8895-CF8F-BA43-0E5632CD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0E1C19-3D15-842A-25C6-A47CF85F2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3AE271-30C4-E8B2-A7A5-9914CA80D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2426884-E94C-075E-F1F6-5B2C80C67C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8088AB5-4B58-02BF-9C05-D3EA811552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6103249-6F40-BF7D-DAF2-939C52FFD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9FA18-6CFC-4BDE-B539-58020A0E0093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D851728-FA17-82F3-BC7F-92902A8D0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6086D8-0EB5-AEA7-1307-333282228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E7D-9D68-448A-B9FC-5DA5536CAB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733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6D015D-A67A-3BB5-E747-430D446A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85CE88-A5EE-0FDE-6613-9AE94541A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9FA18-6CFC-4BDE-B539-58020A0E0093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1224FB-1BCF-6385-EDDD-79E62E7FE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D0C8CD-3307-BDCC-437C-1CC6C1E01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E7D-9D68-448A-B9FC-5DA5536CAB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149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8B6FA6-7AED-B29C-8D57-0041A42F0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9FA18-6CFC-4BDE-B539-58020A0E0093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303530-A716-D867-A62F-A91FD5B70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B3EA9D-768D-1AB4-46B2-75EE9C73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E7D-9D68-448A-B9FC-5DA5536CAB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35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B946E-3ACE-9B24-83E8-189CA1276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6E5E10-CD75-0CBC-1740-0EA8C9ED0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BB4283-E955-74D5-3BC7-3BD8E6751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829D16-4835-959E-B303-72767D184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9FA18-6CFC-4BDE-B539-58020A0E0093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5121B3-C84C-620B-AD2A-3D517FB75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EF188B-FB14-24A3-CF0E-3EA04F7AC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E7D-9D68-448A-B9FC-5DA5536CAB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201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1327C-A4CF-947C-3600-A4FB98DBB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A8DADFF-031A-03C6-AD1A-6519F0773D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F1E1DF-D43C-66D9-09EB-63880A09B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0F6B5B-8E7C-A50F-B3D6-91DC61B76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9FA18-6CFC-4BDE-B539-58020A0E0093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032E22-A3E4-E262-8838-2A244D724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2BF8F5-BD3A-33D0-3BC7-E3572A857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E7D-9D68-448A-B9FC-5DA5536CAB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908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2B1F7-26F6-E3E2-1E1A-BD7A02EB7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6F3B47-BC36-C8DC-C3C0-CDE5D414A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53B428-3879-F190-5645-498E83095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9FA18-6CFC-4BDE-B539-58020A0E0093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162452-CDDF-E6F1-1F73-F6979F38E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4E4D72-2681-B39C-9B0D-4211EB824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E7D-9D68-448A-B9FC-5DA5536CAB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495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E2C024F-6DB1-26C8-2637-4A4F43407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85DC25-5984-A322-5226-215A9603F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AD2F84-9CC7-76E2-174C-5D90563C7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9FA18-6CFC-4BDE-B539-58020A0E0093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3F80EA-6B28-DAD1-0641-9C4125A22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A38B9-93D6-D2CA-A9D1-28585F6EC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E7D-9D68-448A-B9FC-5DA5536CAB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261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C534902-4808-C341-B390-9492F9FFE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7C0A55-AF67-35D9-2A45-9C3241BFC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8DC878-3925-01AB-F7F4-F734A9F044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39FA18-6CFC-4BDE-B539-58020A0E0093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C5253B-AB0B-3570-C753-516EA07B9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9351CE-F38F-CAE6-2D7A-2DF166B89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16E7D-9D68-448A-B9FC-5DA5536CAB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62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2.png"/><Relationship Id="rId18" Type="http://schemas.openxmlformats.org/officeDocument/2006/relationships/image" Target="../media/image7.png"/><Relationship Id="rId3" Type="http://schemas.openxmlformats.org/officeDocument/2006/relationships/tags" Target="../tags/tag3.xml"/><Relationship Id="rId21" Type="http://schemas.openxmlformats.org/officeDocument/2006/relationships/image" Target="../media/image10.png"/><Relationship Id="rId7" Type="http://schemas.openxmlformats.org/officeDocument/2006/relationships/tags" Target="../tags/tag7.xml"/><Relationship Id="rId12" Type="http://schemas.openxmlformats.org/officeDocument/2006/relationships/image" Target="../media/image1.svg"/><Relationship Id="rId17" Type="http://schemas.openxmlformats.org/officeDocument/2006/relationships/image" Target="../media/image6.png"/><Relationship Id="rId2" Type="http://schemas.openxmlformats.org/officeDocument/2006/relationships/tags" Target="../tags/tag2.xml"/><Relationship Id="rId16" Type="http://schemas.openxmlformats.org/officeDocument/2006/relationships/image" Target="../media/image5.png"/><Relationship Id="rId20" Type="http://schemas.openxmlformats.org/officeDocument/2006/relationships/image" Target="../media/image9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5" Type="http://schemas.openxmlformats.org/officeDocument/2006/relationships/image" Target="../media/image4.png"/><Relationship Id="rId10" Type="http://schemas.openxmlformats.org/officeDocument/2006/relationships/tags" Target="../tags/tag10.xml"/><Relationship Id="rId19" Type="http://schemas.openxmlformats.org/officeDocument/2006/relationships/image" Target="../media/image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.png"/><Relationship Id="rId22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13.xml"/><Relationship Id="rId7" Type="http://schemas.openxmlformats.org/officeDocument/2006/relationships/image" Target="../media/image12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6.png"/><Relationship Id="rId5" Type="http://schemas.openxmlformats.org/officeDocument/2006/relationships/tags" Target="../tags/tag15.xml"/><Relationship Id="rId10" Type="http://schemas.openxmlformats.org/officeDocument/2006/relationships/image" Target="../media/image15.png"/><Relationship Id="rId4" Type="http://schemas.openxmlformats.org/officeDocument/2006/relationships/tags" Target="../tags/tag14.xml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8.xml"/><Relationship Id="rId7" Type="http://schemas.openxmlformats.org/officeDocument/2006/relationships/image" Target="../media/image19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BCDDEDBF-5DA3-3749-CC82-D01D6AF222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88403" y="891453"/>
            <a:ext cx="3371850" cy="4410075"/>
          </a:xfrm>
          <a:prstGeom prst="rect">
            <a:avLst/>
          </a:prstGeom>
        </p:spPr>
      </p:pic>
      <p:sp>
        <p:nvSpPr>
          <p:cNvPr id="6" name="箭头: 左弧形 5">
            <a:extLst>
              <a:ext uri="{FF2B5EF4-FFF2-40B4-BE49-F238E27FC236}">
                <a16:creationId xmlns:a16="http://schemas.microsoft.com/office/drawing/2014/main" id="{F15A0125-F750-7E22-185F-245285394EBE}"/>
              </a:ext>
            </a:extLst>
          </p:cNvPr>
          <p:cNvSpPr/>
          <p:nvPr/>
        </p:nvSpPr>
        <p:spPr>
          <a:xfrm>
            <a:off x="5449457" y="4341091"/>
            <a:ext cx="134228" cy="535710"/>
          </a:xfrm>
          <a:prstGeom prst="curved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箭头: 左弧形 6">
            <a:extLst>
              <a:ext uri="{FF2B5EF4-FFF2-40B4-BE49-F238E27FC236}">
                <a16:creationId xmlns:a16="http://schemas.microsoft.com/office/drawing/2014/main" id="{72217A42-74B7-F6C9-4FCE-B9541BAD190A}"/>
              </a:ext>
            </a:extLst>
          </p:cNvPr>
          <p:cNvSpPr/>
          <p:nvPr/>
        </p:nvSpPr>
        <p:spPr>
          <a:xfrm flipH="1" flipV="1">
            <a:off x="5650693" y="4331853"/>
            <a:ext cx="134228" cy="535709"/>
          </a:xfrm>
          <a:prstGeom prst="curved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 descr="\documentclass{article}&#10;\usepackage{amsmath}&#10;\pagestyle{empty}&#10;\begin{document}&#10;&#10;\begin{align*}&#10;    |0_B\rangle&#10;\end{align*}&#10;&#10;&#10;\end{document}" title="IguanaTex Bitmap Display">
            <a:extLst>
              <a:ext uri="{FF2B5EF4-FFF2-40B4-BE49-F238E27FC236}">
                <a16:creationId xmlns:a16="http://schemas.microsoft.com/office/drawing/2014/main" id="{B7482705-5F08-0E29-EBEB-1F0BEABC20D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056" y="4750291"/>
            <a:ext cx="413062" cy="253019"/>
          </a:xfrm>
          <a:prstGeom prst="rect">
            <a:avLst/>
          </a:prstGeom>
        </p:spPr>
      </p:pic>
      <p:pic>
        <p:nvPicPr>
          <p:cNvPr id="12" name="图片 11" descr="\documentclass{article}&#10;\usepackage{amsmath}&#10;\pagestyle{empty}&#10;\begin{document}&#10;&#10;\begin{align*}&#10;    |1_B\rangle&#10;\end{align*}&#10;&#10;&#10;\end{document}" title="IguanaTex Bitmap Display">
            <a:extLst>
              <a:ext uri="{FF2B5EF4-FFF2-40B4-BE49-F238E27FC236}">
                <a16:creationId xmlns:a16="http://schemas.microsoft.com/office/drawing/2014/main" id="{07EAD446-FBEA-C508-2869-9818FED82B3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767" y="4199054"/>
            <a:ext cx="413062" cy="253019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\begin{align*}&#10;    |2_B\rangle&#10;\end{align*}&#10;&#10;&#10;\end{document}" title="IguanaTex Bitmap Display">
            <a:extLst>
              <a:ext uri="{FF2B5EF4-FFF2-40B4-BE49-F238E27FC236}">
                <a16:creationId xmlns:a16="http://schemas.microsoft.com/office/drawing/2014/main" id="{921EE640-1052-4DF7-48B5-45368FDB714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380" y="3647817"/>
            <a:ext cx="413062" cy="253019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\begin{align*}&#10;    |3_B\rangle&#10;\end{align*}&#10;&#10;&#10;\end{document}" title="IguanaTex Bitmap Display">
            <a:extLst>
              <a:ext uri="{FF2B5EF4-FFF2-40B4-BE49-F238E27FC236}">
                <a16:creationId xmlns:a16="http://schemas.microsoft.com/office/drawing/2014/main" id="{6D59E288-08FA-A809-4F00-D6BC3F016BC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853" y="3083673"/>
            <a:ext cx="413062" cy="253019"/>
          </a:xfrm>
          <a:prstGeom prst="rect">
            <a:avLst/>
          </a:prstGeom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98C1698-A70A-F24A-CD8C-C5653EB66132}"/>
              </a:ext>
            </a:extLst>
          </p:cNvPr>
          <p:cNvCxnSpPr/>
          <p:nvPr/>
        </p:nvCxnSpPr>
        <p:spPr>
          <a:xfrm flipH="1">
            <a:off x="3870036" y="4316327"/>
            <a:ext cx="13023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316C40E-FEE0-8D88-61FA-5A2E95E49121}"/>
              </a:ext>
            </a:extLst>
          </p:cNvPr>
          <p:cNvCxnSpPr>
            <a:cxnSpLocks/>
          </p:cNvCxnSpPr>
          <p:nvPr/>
        </p:nvCxnSpPr>
        <p:spPr>
          <a:xfrm flipH="1">
            <a:off x="3870036" y="4909275"/>
            <a:ext cx="157942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8088931-CAE6-C260-EB5C-3AC65D307983}"/>
              </a:ext>
            </a:extLst>
          </p:cNvPr>
          <p:cNvCxnSpPr/>
          <p:nvPr/>
        </p:nvCxnSpPr>
        <p:spPr>
          <a:xfrm>
            <a:off x="4091709" y="4316327"/>
            <a:ext cx="0" cy="5929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图片 25" descr="\documentclass{article}&#10;\usepackage{amsmath}&#10;\pagestyle{empty}&#10;\begin{document}&#10;&#10;\begin{align*}&#10;    \Omega = \nu&#10;\end{align*}&#10;&#10;&#10;\end{document}" title="IguanaTex Bitmap Display">
            <a:extLst>
              <a:ext uri="{FF2B5EF4-FFF2-40B4-BE49-F238E27FC236}">
                <a16:creationId xmlns:a16="http://schemas.microsoft.com/office/drawing/2014/main" id="{3C1EBAAD-84A5-69E7-C680-F95734AE7BA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548" y="6274146"/>
            <a:ext cx="898371" cy="249666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2F3164E6-C34D-754B-679B-22CC36137A0F}"/>
              </a:ext>
            </a:extLst>
          </p:cNvPr>
          <p:cNvSpPr txBox="1"/>
          <p:nvPr/>
        </p:nvSpPr>
        <p:spPr>
          <a:xfrm>
            <a:off x="3166312" y="1975388"/>
            <a:ext cx="1005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solidFill>
                  <a:srgbClr val="0070C0"/>
                </a:solidFill>
                <a:latin typeface="Helvetica" panose="020B0500000000000000" pitchFamily="34" charset="0"/>
              </a:rPr>
              <a:t>SE</a:t>
            </a:r>
            <a:endParaRPr lang="zh-CN" altLang="en-US" sz="4800" b="1" dirty="0">
              <a:solidFill>
                <a:srgbClr val="0070C0"/>
              </a:solidFill>
              <a:latin typeface="Helvetica" panose="020B0500000000000000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B09A025-040A-CB22-670D-0656370A291B}"/>
              </a:ext>
            </a:extLst>
          </p:cNvPr>
          <p:cNvSpPr txBox="1"/>
          <p:nvPr/>
        </p:nvSpPr>
        <p:spPr>
          <a:xfrm>
            <a:off x="7959458" y="1970968"/>
            <a:ext cx="1074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solidFill>
                  <a:srgbClr val="E52A2B"/>
                </a:solidFill>
                <a:latin typeface="Helvetica" panose="020B0500000000000000" pitchFamily="34" charset="0"/>
              </a:rPr>
              <a:t>MF</a:t>
            </a:r>
            <a:endParaRPr lang="zh-CN" altLang="en-US" sz="4800" b="1" dirty="0">
              <a:solidFill>
                <a:srgbClr val="E52A2B"/>
              </a:solidFill>
              <a:latin typeface="Helvetica" panose="020B0500000000000000" pitchFamily="34" charset="0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C06C00D-3005-0DB1-69CB-08351BF822C7}"/>
              </a:ext>
            </a:extLst>
          </p:cNvPr>
          <p:cNvCxnSpPr/>
          <p:nvPr/>
        </p:nvCxnSpPr>
        <p:spPr>
          <a:xfrm flipV="1">
            <a:off x="6059055" y="4341091"/>
            <a:ext cx="0" cy="526471"/>
          </a:xfrm>
          <a:prstGeom prst="straightConnector1">
            <a:avLst/>
          </a:prstGeom>
          <a:ln w="19050">
            <a:solidFill>
              <a:srgbClr val="E52A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E40B316-51DC-8F6E-35F8-CA2C0D491569}"/>
              </a:ext>
            </a:extLst>
          </p:cNvPr>
          <p:cNvCxnSpPr/>
          <p:nvPr/>
        </p:nvCxnSpPr>
        <p:spPr>
          <a:xfrm flipV="1">
            <a:off x="6049821" y="3740998"/>
            <a:ext cx="0" cy="526471"/>
          </a:xfrm>
          <a:prstGeom prst="straightConnector1">
            <a:avLst/>
          </a:prstGeom>
          <a:ln w="28575">
            <a:solidFill>
              <a:srgbClr val="E52A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2F4087E-3F75-03DB-8D25-3F925A379DC3}"/>
              </a:ext>
            </a:extLst>
          </p:cNvPr>
          <p:cNvCxnSpPr/>
          <p:nvPr/>
        </p:nvCxnSpPr>
        <p:spPr>
          <a:xfrm flipV="1">
            <a:off x="6031345" y="3121346"/>
            <a:ext cx="0" cy="526471"/>
          </a:xfrm>
          <a:prstGeom prst="straightConnector1">
            <a:avLst/>
          </a:prstGeom>
          <a:ln w="38100">
            <a:solidFill>
              <a:srgbClr val="E52A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C0CC018-1673-206D-6FE3-331B6BA53913}"/>
              </a:ext>
            </a:extLst>
          </p:cNvPr>
          <p:cNvCxnSpPr/>
          <p:nvPr/>
        </p:nvCxnSpPr>
        <p:spPr>
          <a:xfrm flipV="1">
            <a:off x="6012873" y="2498436"/>
            <a:ext cx="0" cy="526471"/>
          </a:xfrm>
          <a:prstGeom prst="straightConnector1">
            <a:avLst/>
          </a:prstGeom>
          <a:ln w="57150">
            <a:solidFill>
              <a:srgbClr val="E52A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BF2A090-251A-1F53-9F21-50691069B819}"/>
              </a:ext>
            </a:extLst>
          </p:cNvPr>
          <p:cNvCxnSpPr/>
          <p:nvPr/>
        </p:nvCxnSpPr>
        <p:spPr>
          <a:xfrm flipV="1">
            <a:off x="5966693" y="1888837"/>
            <a:ext cx="0" cy="526471"/>
          </a:xfrm>
          <a:prstGeom prst="straightConnector1">
            <a:avLst/>
          </a:prstGeom>
          <a:ln w="76200">
            <a:solidFill>
              <a:srgbClr val="E52A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68DF4BF2-1077-318D-A345-BC7608A5E90B}"/>
              </a:ext>
            </a:extLst>
          </p:cNvPr>
          <p:cNvSpPr txBox="1"/>
          <p:nvPr/>
        </p:nvSpPr>
        <p:spPr>
          <a:xfrm>
            <a:off x="3937409" y="5505898"/>
            <a:ext cx="3571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 vibrational mode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784AC23-A64F-1273-BF9D-7B91153D6690}"/>
              </a:ext>
            </a:extLst>
          </p:cNvPr>
          <p:cNvSpPr txBox="1"/>
          <p:nvPr/>
        </p:nvSpPr>
        <p:spPr>
          <a:xfrm>
            <a:off x="3282855" y="4059654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Helvetica" panose="020B0500000000000000" pitchFamily="34" charset="0"/>
              </a:rPr>
              <a:t>UP</a:t>
            </a:r>
            <a:endParaRPr lang="zh-CN" altLang="en-US" sz="2400" dirty="0">
              <a:latin typeface="Helvetica" panose="020B0500000000000000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54FEF74-B4C1-25E6-5B3C-0F91063D4DC8}"/>
              </a:ext>
            </a:extLst>
          </p:cNvPr>
          <p:cNvSpPr txBox="1"/>
          <p:nvPr/>
        </p:nvSpPr>
        <p:spPr>
          <a:xfrm>
            <a:off x="3286683" y="4678442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Helvetica" panose="020B0500000000000000" pitchFamily="34" charset="0"/>
              </a:rPr>
              <a:t>LP</a:t>
            </a:r>
            <a:endParaRPr lang="zh-CN" altLang="en-US" sz="2400" dirty="0">
              <a:latin typeface="Helvetica" panose="020B0500000000000000" pitchFamily="34" charset="0"/>
            </a:endParaRPr>
          </a:p>
        </p:txBody>
      </p:sp>
      <p:pic>
        <p:nvPicPr>
          <p:cNvPr id="45" name="图片 44" descr="\documentclass{article}&#10;\usepackage{amsmath}&#10;\pagestyle{empty}&#10;\begin{document}&#10;&#10;\begin{align*}&#10;    \hat{b}_B, \, \hat{b}_B^\dagger&#10;\end{align*}&#10;&#10;&#10;\end{document}" title="IguanaTex Bitmap Display">
            <a:extLst>
              <a:ext uri="{FF2B5EF4-FFF2-40B4-BE49-F238E27FC236}">
                <a16:creationId xmlns:a16="http://schemas.microsoft.com/office/drawing/2014/main" id="{FE274935-1555-107C-2678-A36011D8654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602" y="5543448"/>
            <a:ext cx="958120" cy="448119"/>
          </a:xfrm>
          <a:prstGeom prst="rect">
            <a:avLst/>
          </a:prstGeom>
        </p:spPr>
      </p:pic>
      <p:pic>
        <p:nvPicPr>
          <p:cNvPr id="93" name="图片 92" descr="\documentclass{article}&#10;\usepackage{amsmath}&#10;\pagestyle{empty}&#10;\usepackage{xcolor}&#10;\definecolor{MFred}{RGB}{214,39,40}&#10;\begin{document}&#10;&#10;{\color{MFred}&#10;\begin{align*} &#10;    \ddot{Q}_B + \nu^2 Q_B = -F_0 \cos(\Omega t)&#10;\end{align*}&#10;}&#10;&#10;&#10;\end{document}" title="IguanaTex Bitmap Display">
            <a:extLst>
              <a:ext uri="{FF2B5EF4-FFF2-40B4-BE49-F238E27FC236}">
                <a16:creationId xmlns:a16="http://schemas.microsoft.com/office/drawing/2014/main" id="{BE2B4ADD-EBFD-35DB-9ADD-44145FA8D92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875" y="4487523"/>
            <a:ext cx="2352165" cy="236558"/>
          </a:xfrm>
          <a:prstGeom prst="rect">
            <a:avLst/>
          </a:prstGeom>
        </p:spPr>
      </p:pic>
      <p:pic>
        <p:nvPicPr>
          <p:cNvPr id="91" name="图片 90" descr="\documentclass{article}&#10;\usepackage{amsmath}&#10;\pagestyle{empty}&#10;\usepackage{xcolor}&#10;\definecolor{MFred}{RGB}{214,39,40}&#10;\begin{document}&#10;&#10;{\color{MFred}&#10;\begin{align*} &#10;   Q_B = \langle \hat{b}_B + \hat{b}^\dagger_B\rangle&#10;\end{align*}&#10;}&#10;&#10;&#10;\end{document}" title="IguanaTex Bitmap Display">
            <a:extLst>
              <a:ext uri="{FF2B5EF4-FFF2-40B4-BE49-F238E27FC236}">
                <a16:creationId xmlns:a16="http://schemas.microsoft.com/office/drawing/2014/main" id="{0CEB2178-EA6B-CA9B-404D-6D8145877D34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342" y="4027085"/>
            <a:ext cx="1396179" cy="256068"/>
          </a:xfrm>
          <a:prstGeom prst="rect">
            <a:avLst/>
          </a:prstGeom>
        </p:spPr>
      </p:pic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42CC1B9D-E297-037C-654B-978F26E9D6B1}"/>
              </a:ext>
            </a:extLst>
          </p:cNvPr>
          <p:cNvCxnSpPr>
            <a:cxnSpLocks/>
          </p:cNvCxnSpPr>
          <p:nvPr/>
        </p:nvCxnSpPr>
        <p:spPr>
          <a:xfrm>
            <a:off x="6248401" y="1925785"/>
            <a:ext cx="0" cy="526471"/>
          </a:xfrm>
          <a:prstGeom prst="straightConnector1">
            <a:avLst/>
          </a:prstGeom>
          <a:ln w="76200">
            <a:solidFill>
              <a:srgbClr val="E52A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AE5D846E-7389-31A9-7987-C34C3B894609}"/>
              </a:ext>
            </a:extLst>
          </p:cNvPr>
          <p:cNvCxnSpPr>
            <a:cxnSpLocks/>
          </p:cNvCxnSpPr>
          <p:nvPr/>
        </p:nvCxnSpPr>
        <p:spPr>
          <a:xfrm>
            <a:off x="6202221" y="2538730"/>
            <a:ext cx="0" cy="526471"/>
          </a:xfrm>
          <a:prstGeom prst="straightConnector1">
            <a:avLst/>
          </a:prstGeom>
          <a:ln w="57150">
            <a:solidFill>
              <a:srgbClr val="E52A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DE81CE19-7864-EE3F-8D8E-0F8114CAEE04}"/>
              </a:ext>
            </a:extLst>
          </p:cNvPr>
          <p:cNvCxnSpPr>
            <a:cxnSpLocks/>
          </p:cNvCxnSpPr>
          <p:nvPr/>
        </p:nvCxnSpPr>
        <p:spPr>
          <a:xfrm>
            <a:off x="6183745" y="3153677"/>
            <a:ext cx="0" cy="526471"/>
          </a:xfrm>
          <a:prstGeom prst="straightConnector1">
            <a:avLst/>
          </a:prstGeom>
          <a:ln w="38100">
            <a:solidFill>
              <a:srgbClr val="E52A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6F8F9771-9F95-3F84-FB15-913022510DCF}"/>
              </a:ext>
            </a:extLst>
          </p:cNvPr>
          <p:cNvCxnSpPr>
            <a:cxnSpLocks/>
          </p:cNvCxnSpPr>
          <p:nvPr/>
        </p:nvCxnSpPr>
        <p:spPr>
          <a:xfrm>
            <a:off x="6137567" y="3754851"/>
            <a:ext cx="0" cy="526471"/>
          </a:xfrm>
          <a:prstGeom prst="straightConnector1">
            <a:avLst/>
          </a:prstGeom>
          <a:ln w="28575">
            <a:solidFill>
              <a:srgbClr val="E52A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80E08E24-0BF5-3085-286F-9229F371604E}"/>
              </a:ext>
            </a:extLst>
          </p:cNvPr>
          <p:cNvCxnSpPr>
            <a:cxnSpLocks/>
          </p:cNvCxnSpPr>
          <p:nvPr/>
        </p:nvCxnSpPr>
        <p:spPr>
          <a:xfrm>
            <a:off x="6137564" y="4354947"/>
            <a:ext cx="0" cy="526471"/>
          </a:xfrm>
          <a:prstGeom prst="straightConnector1">
            <a:avLst/>
          </a:prstGeom>
          <a:ln w="19050">
            <a:solidFill>
              <a:srgbClr val="E52A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D93E9995-99E0-7973-56C5-EF7B75BA49E7}"/>
              </a:ext>
            </a:extLst>
          </p:cNvPr>
          <p:cNvSpPr txBox="1"/>
          <p:nvPr/>
        </p:nvSpPr>
        <p:spPr>
          <a:xfrm>
            <a:off x="7399028" y="2733792"/>
            <a:ext cx="2323200" cy="10044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2400" dirty="0">
                <a:solidFill>
                  <a:srgbClr val="E52A2B"/>
                </a:solidFill>
                <a:latin typeface="Helvetica" panose="020B0500000000000000" pitchFamily="34" charset="0"/>
              </a:rPr>
              <a:t>driven oscillator</a:t>
            </a:r>
          </a:p>
          <a:p>
            <a:pPr algn="ctr">
              <a:lnSpc>
                <a:spcPct val="130000"/>
              </a:lnSpc>
            </a:pPr>
            <a:r>
              <a:rPr lang="en-US" altLang="zh-CN" sz="2400" dirty="0">
                <a:solidFill>
                  <a:srgbClr val="E52A2B"/>
                </a:solidFill>
                <a:latin typeface="Helvetica" panose="020B0500000000000000" pitchFamily="34" charset="0"/>
              </a:rPr>
              <a:t>dynamics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F6A433E-679C-FD38-01C9-2AE9B444291E}"/>
              </a:ext>
            </a:extLst>
          </p:cNvPr>
          <p:cNvSpPr txBox="1"/>
          <p:nvPr/>
        </p:nvSpPr>
        <p:spPr>
          <a:xfrm>
            <a:off x="2997868" y="2733792"/>
            <a:ext cx="1486304" cy="10044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2400" dirty="0">
                <a:solidFill>
                  <a:srgbClr val="0070C0"/>
                </a:solidFill>
                <a:latin typeface="Helvetica" panose="020B0500000000000000" pitchFamily="34" charset="0"/>
              </a:rPr>
              <a:t>two-state</a:t>
            </a:r>
          </a:p>
          <a:p>
            <a:pPr algn="ctr">
              <a:lnSpc>
                <a:spcPct val="130000"/>
              </a:lnSpc>
            </a:pPr>
            <a:r>
              <a:rPr lang="en-US" altLang="zh-CN" sz="2400" dirty="0">
                <a:solidFill>
                  <a:srgbClr val="0070C0"/>
                </a:solidFill>
                <a:latin typeface="Helvetica" panose="020B0500000000000000" pitchFamily="34" charset="0"/>
              </a:rPr>
              <a:t>dynamics</a:t>
            </a:r>
            <a:endParaRPr lang="zh-CN" altLang="en-US" sz="2400" dirty="0">
              <a:solidFill>
                <a:srgbClr val="0070C0"/>
              </a:solidFill>
              <a:latin typeface="Helvetica" panose="020B0500000000000000" pitchFamily="34" charset="0"/>
            </a:endParaRPr>
          </a:p>
        </p:txBody>
      </p:sp>
      <p:pic>
        <p:nvPicPr>
          <p:cNvPr id="78" name="图片 77" descr="\documentclass{article}&#10;\usepackage{amsmath}&#10;\usepackage{xcolor}&#10;\definecolor{myblue}{RGB}{31,119,180}&#10;\pagestyle{empty}&#10;\begin{document}&#10;&#10;{\color{myblue}&#10;\begin{align*}&#10;    c_\nu / \sqrt{N}&#10;\end{align*}&#10;}&#10;&#10;\end{document}" title="IguanaTex Bitmap Display">
            <a:extLst>
              <a:ext uri="{FF2B5EF4-FFF2-40B4-BE49-F238E27FC236}">
                <a16:creationId xmlns:a16="http://schemas.microsoft.com/office/drawing/2014/main" id="{0C7E4985-C8A8-A158-38B1-A4A78AEB58A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995" y="4461232"/>
            <a:ext cx="794115" cy="300270"/>
          </a:xfrm>
          <a:prstGeom prst="rect">
            <a:avLst/>
          </a:prstGeom>
        </p:spPr>
      </p:pic>
      <p:sp>
        <p:nvSpPr>
          <p:cNvPr id="79" name="文本框 78">
            <a:extLst>
              <a:ext uri="{FF2B5EF4-FFF2-40B4-BE49-F238E27FC236}">
                <a16:creationId xmlns:a16="http://schemas.microsoft.com/office/drawing/2014/main" id="{A80E4606-B01D-BE6F-48D3-7A6F80E72304}"/>
              </a:ext>
            </a:extLst>
          </p:cNvPr>
          <p:cNvSpPr txBox="1"/>
          <p:nvPr/>
        </p:nvSpPr>
        <p:spPr>
          <a:xfrm>
            <a:off x="4096380" y="6125550"/>
            <a:ext cx="3392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resonant Rabi driving: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5" name="图片 94" descr="\documentclass{article}&#10;\usepackage{amsmath}&#10;\pagestyle{empty}&#10;\usepackage{xcolor}&#10;\definecolor{MFred}{RGB}{214,39,40}&#10;\begin{document}&#10;&#10;{\color{MFred}&#10;\begin{align*} &#10;    F_0 \propto c_\nu&#10;\end{align*}&#10;}&#10;&#10;&#10;\end{document}" title="IguanaTex Bitmap Display">
            <a:extLst>
              <a:ext uri="{FF2B5EF4-FFF2-40B4-BE49-F238E27FC236}">
                <a16:creationId xmlns:a16="http://schemas.microsoft.com/office/drawing/2014/main" id="{4B195D1B-38EC-1BAF-1520-13CE113A40E1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2100" y="4969395"/>
            <a:ext cx="653582" cy="17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31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92C0DA76-3BE8-F2CA-E421-9354A4DB23ED}"/>
              </a:ext>
            </a:extLst>
          </p:cNvPr>
          <p:cNvSpPr/>
          <p:nvPr/>
        </p:nvSpPr>
        <p:spPr>
          <a:xfrm>
            <a:off x="7524750" y="2719387"/>
            <a:ext cx="1019175" cy="1019175"/>
          </a:xfrm>
          <a:prstGeom prst="ellipse">
            <a:avLst/>
          </a:prstGeom>
          <a:solidFill>
            <a:srgbClr val="FFC000">
              <a:alpha val="20000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7B2FCF2-4D8E-1830-16C1-0D4C615EB63A}"/>
              </a:ext>
            </a:extLst>
          </p:cNvPr>
          <p:cNvSpPr/>
          <p:nvPr/>
        </p:nvSpPr>
        <p:spPr>
          <a:xfrm>
            <a:off x="5753102" y="2062163"/>
            <a:ext cx="495299" cy="495299"/>
          </a:xfrm>
          <a:prstGeom prst="ellipse">
            <a:avLst/>
          </a:prstGeom>
          <a:solidFill>
            <a:srgbClr val="00B0F0">
              <a:alpha val="20000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E69E6E0-9C76-AE82-7A0D-43125C275B0F}"/>
              </a:ext>
            </a:extLst>
          </p:cNvPr>
          <p:cNvSpPr/>
          <p:nvPr/>
        </p:nvSpPr>
        <p:spPr>
          <a:xfrm>
            <a:off x="5753102" y="2971799"/>
            <a:ext cx="495299" cy="495299"/>
          </a:xfrm>
          <a:prstGeom prst="ellipse">
            <a:avLst/>
          </a:prstGeom>
          <a:solidFill>
            <a:srgbClr val="00B0F0">
              <a:alpha val="20000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E65EC4A-445D-F01F-21E2-515378CA4A02}"/>
              </a:ext>
            </a:extLst>
          </p:cNvPr>
          <p:cNvSpPr/>
          <p:nvPr/>
        </p:nvSpPr>
        <p:spPr>
          <a:xfrm>
            <a:off x="5753102" y="4214813"/>
            <a:ext cx="495299" cy="495299"/>
          </a:xfrm>
          <a:prstGeom prst="ellipse">
            <a:avLst/>
          </a:prstGeom>
          <a:solidFill>
            <a:srgbClr val="00B0F0">
              <a:alpha val="20000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E79AFE7-7578-B6E6-83C2-EDCDF9189962}"/>
              </a:ext>
            </a:extLst>
          </p:cNvPr>
          <p:cNvCxnSpPr>
            <a:cxnSpLocks/>
          </p:cNvCxnSpPr>
          <p:nvPr/>
        </p:nvCxnSpPr>
        <p:spPr>
          <a:xfrm>
            <a:off x="6121646" y="2369345"/>
            <a:ext cx="1307901" cy="602454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F135AB5-FE17-56C5-E107-66D258A869FB}"/>
              </a:ext>
            </a:extLst>
          </p:cNvPr>
          <p:cNvCxnSpPr>
            <a:cxnSpLocks/>
          </p:cNvCxnSpPr>
          <p:nvPr/>
        </p:nvCxnSpPr>
        <p:spPr>
          <a:xfrm>
            <a:off x="6121646" y="3219448"/>
            <a:ext cx="1276349" cy="9526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2DD48BF-E3BE-9CC1-DF8F-1C1BB4EAABE1}"/>
              </a:ext>
            </a:extLst>
          </p:cNvPr>
          <p:cNvCxnSpPr>
            <a:cxnSpLocks/>
          </p:cNvCxnSpPr>
          <p:nvPr/>
        </p:nvCxnSpPr>
        <p:spPr>
          <a:xfrm flipV="1">
            <a:off x="6143611" y="3738562"/>
            <a:ext cx="1263969" cy="723900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 descr="\documentclass{article}&#10;\usepackage{amsmath}&#10;\pagestyle{empty}&#10;\begin{document}&#10;&#10;\begin{align*}&#10;    \omega_\mathrm{c}&#10;\end{align*}&#10;&#10;&#10;\end{document}" title="IguanaTex Bitmap Display">
            <a:extLst>
              <a:ext uri="{FF2B5EF4-FFF2-40B4-BE49-F238E27FC236}">
                <a16:creationId xmlns:a16="http://schemas.microsoft.com/office/drawing/2014/main" id="{DFDD3A66-C230-42C0-A48F-D03C4B988E9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893" y="3361470"/>
            <a:ext cx="332888" cy="211256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211BA56A-FDEC-A030-F20C-983126CDB1D8}"/>
              </a:ext>
            </a:extLst>
          </p:cNvPr>
          <p:cNvSpPr txBox="1"/>
          <p:nvPr/>
        </p:nvSpPr>
        <p:spPr>
          <a:xfrm>
            <a:off x="7556302" y="2828644"/>
            <a:ext cx="934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cavity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D93492D-4D7A-85AC-ED1B-03C374891BA5}"/>
              </a:ext>
            </a:extLst>
          </p:cNvPr>
          <p:cNvSpPr txBox="1"/>
          <p:nvPr/>
        </p:nvSpPr>
        <p:spPr>
          <a:xfrm>
            <a:off x="5876357" y="3574727"/>
            <a:ext cx="248786" cy="5257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50000"/>
              </a:lnSpc>
            </a:pPr>
            <a:r>
              <a:rPr lang="en-US" altLang="zh-CN" b="1" dirty="0">
                <a:latin typeface="Helvetica" panose="020B0500000000000000" pitchFamily="34" charset="0"/>
              </a:rPr>
              <a:t>.</a:t>
            </a:r>
          </a:p>
          <a:p>
            <a:pPr>
              <a:lnSpc>
                <a:spcPct val="50000"/>
              </a:lnSpc>
            </a:pPr>
            <a:r>
              <a:rPr lang="en-US" altLang="zh-CN" b="1" dirty="0">
                <a:latin typeface="Helvetica" panose="020B0500000000000000" pitchFamily="34" charset="0"/>
              </a:rPr>
              <a:t>.</a:t>
            </a:r>
          </a:p>
          <a:p>
            <a:pPr>
              <a:lnSpc>
                <a:spcPct val="50000"/>
              </a:lnSpc>
            </a:pPr>
            <a:r>
              <a:rPr lang="en-US" altLang="zh-CN" b="1" dirty="0">
                <a:latin typeface="Helvetica" panose="020B0500000000000000" pitchFamily="34" charset="0"/>
              </a:rPr>
              <a:t>.</a:t>
            </a:r>
            <a:endParaRPr lang="zh-CN" altLang="en-US" b="1" dirty="0">
              <a:latin typeface="Helvetica" panose="020B0500000000000000" pitchFamily="34" charset="0"/>
            </a:endParaRPr>
          </a:p>
        </p:txBody>
      </p:sp>
      <p:pic>
        <p:nvPicPr>
          <p:cNvPr id="29" name="图片 28" descr="\documentclass{article}&#10;\usepackage{amsmath}&#10;\pagestyle{empty}&#10;\begin{document}&#10;&#10;\begin{align*}&#10;    1&#10;\end{align*}&#10;&#10;&#10;\end{document}" title="IguanaTex Bitmap Display">
            <a:extLst>
              <a:ext uri="{FF2B5EF4-FFF2-40B4-BE49-F238E27FC236}">
                <a16:creationId xmlns:a16="http://schemas.microsoft.com/office/drawing/2014/main" id="{F70EA0F7-D5C2-B9E0-9DA1-2E23EE9FCEE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627" y="2192447"/>
            <a:ext cx="117364" cy="234729"/>
          </a:xfrm>
          <a:prstGeom prst="rect">
            <a:avLst/>
          </a:prstGeom>
        </p:spPr>
      </p:pic>
      <p:pic>
        <p:nvPicPr>
          <p:cNvPr id="33" name="图片 32" descr="\documentclass{article}&#10;\usepackage{amsmath}&#10;\pagestyle{empty}&#10;\begin{document}&#10;&#10;\begin{align*}&#10;    2&#10;\end{align*}&#10;&#10;&#10;\end{document}" title="IguanaTex Bitmap Display">
            <a:extLst>
              <a:ext uri="{FF2B5EF4-FFF2-40B4-BE49-F238E27FC236}">
                <a16:creationId xmlns:a16="http://schemas.microsoft.com/office/drawing/2014/main" id="{3D3DC7F9-4DC4-3963-FE92-F2E0024CE30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823" y="3148429"/>
            <a:ext cx="142971" cy="234729"/>
          </a:xfrm>
          <a:prstGeom prst="rect">
            <a:avLst/>
          </a:prstGeom>
        </p:spPr>
      </p:pic>
      <p:pic>
        <p:nvPicPr>
          <p:cNvPr id="36" name="图片 35" descr="\documentclass{article}&#10;\usepackage{amsmath}&#10;\pagestyle{empty}&#10;\begin{document}&#10;&#10;\begin{align*}&#10;    N&#10;\end{align*}&#10;&#10;&#10;\end{document}" title="IguanaTex Bitmap Display">
            <a:extLst>
              <a:ext uri="{FF2B5EF4-FFF2-40B4-BE49-F238E27FC236}">
                <a16:creationId xmlns:a16="http://schemas.microsoft.com/office/drawing/2014/main" id="{81704C46-68BA-77C3-002C-0DD12233031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328" y="4386999"/>
            <a:ext cx="298745" cy="241131"/>
          </a:xfrm>
          <a:prstGeom prst="rect">
            <a:avLst/>
          </a:prstGeom>
        </p:spPr>
      </p:pic>
      <p:pic>
        <p:nvPicPr>
          <p:cNvPr id="39" name="图片 38" descr="\documentclass{article}&#10;\usepackage{amsmath}&#10;\pagestyle{empty}&#10;\begin{document}&#10;&#10;\begin{align*}&#10;    g_\mathrm{c}&#10;\end{align*}&#10;&#10;&#10;\end{document}" title="IguanaTex Bitmap Display">
            <a:extLst>
              <a:ext uri="{FF2B5EF4-FFF2-40B4-BE49-F238E27FC236}">
                <a16:creationId xmlns:a16="http://schemas.microsoft.com/office/drawing/2014/main" id="{3D48D8D6-C14E-5CE2-DB32-67283DFD10B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901" y="2884102"/>
            <a:ext cx="281674" cy="228327"/>
          </a:xfrm>
          <a:prstGeom prst="rect">
            <a:avLst/>
          </a:prstGeom>
        </p:spPr>
      </p:pic>
      <p:grpSp>
        <p:nvGrpSpPr>
          <p:cNvPr id="48" name="组合 47">
            <a:extLst>
              <a:ext uri="{FF2B5EF4-FFF2-40B4-BE49-F238E27FC236}">
                <a16:creationId xmlns:a16="http://schemas.microsoft.com/office/drawing/2014/main" id="{26F2E7FC-30A0-2109-3773-A8AF4610EAB0}"/>
              </a:ext>
            </a:extLst>
          </p:cNvPr>
          <p:cNvGrpSpPr/>
          <p:nvPr/>
        </p:nvGrpSpPr>
        <p:grpSpPr>
          <a:xfrm>
            <a:off x="5067995" y="2141233"/>
            <a:ext cx="723949" cy="365013"/>
            <a:chOff x="4277420" y="2341258"/>
            <a:chExt cx="723949" cy="365013"/>
          </a:xfrm>
        </p:grpSpPr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7663293C-8B43-2B4E-8A09-C89476F20CFA}"/>
                </a:ext>
              </a:extLst>
            </p:cNvPr>
            <p:cNvCxnSpPr/>
            <p:nvPr/>
          </p:nvCxnSpPr>
          <p:spPr>
            <a:xfrm>
              <a:off x="4277420" y="2341258"/>
              <a:ext cx="0" cy="36501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62F880A6-FFD7-8D09-14BB-A5777029DD37}"/>
                </a:ext>
              </a:extLst>
            </p:cNvPr>
            <p:cNvSpPr/>
            <p:nvPr/>
          </p:nvSpPr>
          <p:spPr>
            <a:xfrm rot="16200000">
              <a:off x="4558791" y="2161791"/>
              <a:ext cx="161207" cy="723948"/>
            </a:xfrm>
            <a:custGeom>
              <a:avLst/>
              <a:gdLst>
                <a:gd name="csX0" fmla="*/ 163551 w 277851"/>
                <a:gd name="csY0" fmla="*/ 0 h 1247775"/>
                <a:gd name="csX1" fmla="*/ 163551 w 277851"/>
                <a:gd name="csY1" fmla="*/ 190500 h 1247775"/>
                <a:gd name="csX2" fmla="*/ 1626 w 277851"/>
                <a:gd name="csY2" fmla="*/ 285750 h 1247775"/>
                <a:gd name="csX3" fmla="*/ 277851 w 277851"/>
                <a:gd name="csY3" fmla="*/ 361950 h 1247775"/>
                <a:gd name="csX4" fmla="*/ 1626 w 277851"/>
                <a:gd name="csY4" fmla="*/ 419100 h 1247775"/>
                <a:gd name="csX5" fmla="*/ 277851 w 277851"/>
                <a:gd name="csY5" fmla="*/ 466725 h 1247775"/>
                <a:gd name="csX6" fmla="*/ 1626 w 277851"/>
                <a:gd name="csY6" fmla="*/ 514350 h 1247775"/>
                <a:gd name="csX7" fmla="*/ 268326 w 277851"/>
                <a:gd name="csY7" fmla="*/ 571500 h 1247775"/>
                <a:gd name="csX8" fmla="*/ 11151 w 277851"/>
                <a:gd name="csY8" fmla="*/ 638175 h 1247775"/>
                <a:gd name="csX9" fmla="*/ 258801 w 277851"/>
                <a:gd name="csY9" fmla="*/ 676275 h 1247775"/>
                <a:gd name="csX10" fmla="*/ 20676 w 277851"/>
                <a:gd name="csY10" fmla="*/ 733425 h 1247775"/>
                <a:gd name="csX11" fmla="*/ 258801 w 277851"/>
                <a:gd name="csY11" fmla="*/ 790575 h 1247775"/>
                <a:gd name="csX12" fmla="*/ 11151 w 277851"/>
                <a:gd name="csY12" fmla="*/ 828675 h 1247775"/>
                <a:gd name="csX13" fmla="*/ 258801 w 277851"/>
                <a:gd name="csY13" fmla="*/ 904875 h 1247775"/>
                <a:gd name="csX14" fmla="*/ 1626 w 277851"/>
                <a:gd name="csY14" fmla="*/ 914400 h 1247775"/>
                <a:gd name="csX15" fmla="*/ 163551 w 277851"/>
                <a:gd name="csY15" fmla="*/ 1095375 h 1247775"/>
                <a:gd name="csX16" fmla="*/ 192126 w 277851"/>
                <a:gd name="csY16" fmla="*/ 1247775 h 1247775"/>
                <a:gd name="csX17" fmla="*/ 192126 w 277851"/>
                <a:gd name="csY17" fmla="*/ 1247775 h 1247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77851" h="1247775">
                  <a:moveTo>
                    <a:pt x="163551" y="0"/>
                  </a:moveTo>
                  <a:cubicBezTo>
                    <a:pt x="177044" y="71437"/>
                    <a:pt x="190538" y="142875"/>
                    <a:pt x="163551" y="190500"/>
                  </a:cubicBezTo>
                  <a:cubicBezTo>
                    <a:pt x="136564" y="238125"/>
                    <a:pt x="-17424" y="257175"/>
                    <a:pt x="1626" y="285750"/>
                  </a:cubicBezTo>
                  <a:cubicBezTo>
                    <a:pt x="20676" y="314325"/>
                    <a:pt x="277851" y="339725"/>
                    <a:pt x="277851" y="361950"/>
                  </a:cubicBezTo>
                  <a:cubicBezTo>
                    <a:pt x="277851" y="384175"/>
                    <a:pt x="1626" y="401638"/>
                    <a:pt x="1626" y="419100"/>
                  </a:cubicBezTo>
                  <a:cubicBezTo>
                    <a:pt x="1626" y="436562"/>
                    <a:pt x="277851" y="450850"/>
                    <a:pt x="277851" y="466725"/>
                  </a:cubicBezTo>
                  <a:cubicBezTo>
                    <a:pt x="277851" y="482600"/>
                    <a:pt x="3213" y="496888"/>
                    <a:pt x="1626" y="514350"/>
                  </a:cubicBezTo>
                  <a:cubicBezTo>
                    <a:pt x="39" y="531812"/>
                    <a:pt x="266739" y="550863"/>
                    <a:pt x="268326" y="571500"/>
                  </a:cubicBezTo>
                  <a:cubicBezTo>
                    <a:pt x="269913" y="592137"/>
                    <a:pt x="12738" y="620713"/>
                    <a:pt x="11151" y="638175"/>
                  </a:cubicBezTo>
                  <a:cubicBezTo>
                    <a:pt x="9564" y="655637"/>
                    <a:pt x="257214" y="660400"/>
                    <a:pt x="258801" y="676275"/>
                  </a:cubicBezTo>
                  <a:cubicBezTo>
                    <a:pt x="260389" y="692150"/>
                    <a:pt x="20676" y="714375"/>
                    <a:pt x="20676" y="733425"/>
                  </a:cubicBezTo>
                  <a:cubicBezTo>
                    <a:pt x="20676" y="752475"/>
                    <a:pt x="260389" y="774700"/>
                    <a:pt x="258801" y="790575"/>
                  </a:cubicBezTo>
                  <a:cubicBezTo>
                    <a:pt x="257214" y="806450"/>
                    <a:pt x="11151" y="809625"/>
                    <a:pt x="11151" y="828675"/>
                  </a:cubicBezTo>
                  <a:cubicBezTo>
                    <a:pt x="11151" y="847725"/>
                    <a:pt x="260388" y="890588"/>
                    <a:pt x="258801" y="904875"/>
                  </a:cubicBezTo>
                  <a:cubicBezTo>
                    <a:pt x="257214" y="919162"/>
                    <a:pt x="17501" y="882650"/>
                    <a:pt x="1626" y="914400"/>
                  </a:cubicBezTo>
                  <a:cubicBezTo>
                    <a:pt x="-14249" y="946150"/>
                    <a:pt x="131801" y="1039813"/>
                    <a:pt x="163551" y="1095375"/>
                  </a:cubicBezTo>
                  <a:cubicBezTo>
                    <a:pt x="195301" y="1150937"/>
                    <a:pt x="192126" y="1247775"/>
                    <a:pt x="192126" y="1247775"/>
                  </a:cubicBezTo>
                  <a:lnTo>
                    <a:pt x="192126" y="1247775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A4334BE-9E79-F332-25C3-5AE2CFC561F7}"/>
              </a:ext>
            </a:extLst>
          </p:cNvPr>
          <p:cNvGrpSpPr/>
          <p:nvPr/>
        </p:nvGrpSpPr>
        <p:grpSpPr>
          <a:xfrm>
            <a:off x="5067995" y="3083288"/>
            <a:ext cx="723949" cy="365013"/>
            <a:chOff x="4277420" y="2341258"/>
            <a:chExt cx="723949" cy="365013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9E6C072-949D-A4EA-535C-3C4B8E2A2E22}"/>
                </a:ext>
              </a:extLst>
            </p:cNvPr>
            <p:cNvCxnSpPr/>
            <p:nvPr/>
          </p:nvCxnSpPr>
          <p:spPr>
            <a:xfrm>
              <a:off x="4277420" y="2341258"/>
              <a:ext cx="0" cy="36501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F420FE45-5EF0-EF35-BC1D-C4D9E8AEB4E3}"/>
                </a:ext>
              </a:extLst>
            </p:cNvPr>
            <p:cNvSpPr/>
            <p:nvPr/>
          </p:nvSpPr>
          <p:spPr>
            <a:xfrm rot="16200000">
              <a:off x="4558791" y="2161791"/>
              <a:ext cx="161207" cy="723948"/>
            </a:xfrm>
            <a:custGeom>
              <a:avLst/>
              <a:gdLst>
                <a:gd name="csX0" fmla="*/ 163551 w 277851"/>
                <a:gd name="csY0" fmla="*/ 0 h 1247775"/>
                <a:gd name="csX1" fmla="*/ 163551 w 277851"/>
                <a:gd name="csY1" fmla="*/ 190500 h 1247775"/>
                <a:gd name="csX2" fmla="*/ 1626 w 277851"/>
                <a:gd name="csY2" fmla="*/ 285750 h 1247775"/>
                <a:gd name="csX3" fmla="*/ 277851 w 277851"/>
                <a:gd name="csY3" fmla="*/ 361950 h 1247775"/>
                <a:gd name="csX4" fmla="*/ 1626 w 277851"/>
                <a:gd name="csY4" fmla="*/ 419100 h 1247775"/>
                <a:gd name="csX5" fmla="*/ 277851 w 277851"/>
                <a:gd name="csY5" fmla="*/ 466725 h 1247775"/>
                <a:gd name="csX6" fmla="*/ 1626 w 277851"/>
                <a:gd name="csY6" fmla="*/ 514350 h 1247775"/>
                <a:gd name="csX7" fmla="*/ 268326 w 277851"/>
                <a:gd name="csY7" fmla="*/ 571500 h 1247775"/>
                <a:gd name="csX8" fmla="*/ 11151 w 277851"/>
                <a:gd name="csY8" fmla="*/ 638175 h 1247775"/>
                <a:gd name="csX9" fmla="*/ 258801 w 277851"/>
                <a:gd name="csY9" fmla="*/ 676275 h 1247775"/>
                <a:gd name="csX10" fmla="*/ 20676 w 277851"/>
                <a:gd name="csY10" fmla="*/ 733425 h 1247775"/>
                <a:gd name="csX11" fmla="*/ 258801 w 277851"/>
                <a:gd name="csY11" fmla="*/ 790575 h 1247775"/>
                <a:gd name="csX12" fmla="*/ 11151 w 277851"/>
                <a:gd name="csY12" fmla="*/ 828675 h 1247775"/>
                <a:gd name="csX13" fmla="*/ 258801 w 277851"/>
                <a:gd name="csY13" fmla="*/ 904875 h 1247775"/>
                <a:gd name="csX14" fmla="*/ 1626 w 277851"/>
                <a:gd name="csY14" fmla="*/ 914400 h 1247775"/>
                <a:gd name="csX15" fmla="*/ 163551 w 277851"/>
                <a:gd name="csY15" fmla="*/ 1095375 h 1247775"/>
                <a:gd name="csX16" fmla="*/ 192126 w 277851"/>
                <a:gd name="csY16" fmla="*/ 1247775 h 1247775"/>
                <a:gd name="csX17" fmla="*/ 192126 w 277851"/>
                <a:gd name="csY17" fmla="*/ 1247775 h 1247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77851" h="1247775">
                  <a:moveTo>
                    <a:pt x="163551" y="0"/>
                  </a:moveTo>
                  <a:cubicBezTo>
                    <a:pt x="177044" y="71437"/>
                    <a:pt x="190538" y="142875"/>
                    <a:pt x="163551" y="190500"/>
                  </a:cubicBezTo>
                  <a:cubicBezTo>
                    <a:pt x="136564" y="238125"/>
                    <a:pt x="-17424" y="257175"/>
                    <a:pt x="1626" y="285750"/>
                  </a:cubicBezTo>
                  <a:cubicBezTo>
                    <a:pt x="20676" y="314325"/>
                    <a:pt x="277851" y="339725"/>
                    <a:pt x="277851" y="361950"/>
                  </a:cubicBezTo>
                  <a:cubicBezTo>
                    <a:pt x="277851" y="384175"/>
                    <a:pt x="1626" y="401638"/>
                    <a:pt x="1626" y="419100"/>
                  </a:cubicBezTo>
                  <a:cubicBezTo>
                    <a:pt x="1626" y="436562"/>
                    <a:pt x="277851" y="450850"/>
                    <a:pt x="277851" y="466725"/>
                  </a:cubicBezTo>
                  <a:cubicBezTo>
                    <a:pt x="277851" y="482600"/>
                    <a:pt x="3213" y="496888"/>
                    <a:pt x="1626" y="514350"/>
                  </a:cubicBezTo>
                  <a:cubicBezTo>
                    <a:pt x="39" y="531812"/>
                    <a:pt x="266739" y="550863"/>
                    <a:pt x="268326" y="571500"/>
                  </a:cubicBezTo>
                  <a:cubicBezTo>
                    <a:pt x="269913" y="592137"/>
                    <a:pt x="12738" y="620713"/>
                    <a:pt x="11151" y="638175"/>
                  </a:cubicBezTo>
                  <a:cubicBezTo>
                    <a:pt x="9564" y="655637"/>
                    <a:pt x="257214" y="660400"/>
                    <a:pt x="258801" y="676275"/>
                  </a:cubicBezTo>
                  <a:cubicBezTo>
                    <a:pt x="260389" y="692150"/>
                    <a:pt x="20676" y="714375"/>
                    <a:pt x="20676" y="733425"/>
                  </a:cubicBezTo>
                  <a:cubicBezTo>
                    <a:pt x="20676" y="752475"/>
                    <a:pt x="260389" y="774700"/>
                    <a:pt x="258801" y="790575"/>
                  </a:cubicBezTo>
                  <a:cubicBezTo>
                    <a:pt x="257214" y="806450"/>
                    <a:pt x="11151" y="809625"/>
                    <a:pt x="11151" y="828675"/>
                  </a:cubicBezTo>
                  <a:cubicBezTo>
                    <a:pt x="11151" y="847725"/>
                    <a:pt x="260388" y="890588"/>
                    <a:pt x="258801" y="904875"/>
                  </a:cubicBezTo>
                  <a:cubicBezTo>
                    <a:pt x="257214" y="919162"/>
                    <a:pt x="17501" y="882650"/>
                    <a:pt x="1626" y="914400"/>
                  </a:cubicBezTo>
                  <a:cubicBezTo>
                    <a:pt x="-14249" y="946150"/>
                    <a:pt x="131801" y="1039813"/>
                    <a:pt x="163551" y="1095375"/>
                  </a:cubicBezTo>
                  <a:cubicBezTo>
                    <a:pt x="195301" y="1150937"/>
                    <a:pt x="192126" y="1247775"/>
                    <a:pt x="192126" y="1247775"/>
                  </a:cubicBezTo>
                  <a:lnTo>
                    <a:pt x="192126" y="1247775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48A62BAA-3399-60C1-2800-755F2E902AC8}"/>
              </a:ext>
            </a:extLst>
          </p:cNvPr>
          <p:cNvGrpSpPr/>
          <p:nvPr/>
        </p:nvGrpSpPr>
        <p:grpSpPr>
          <a:xfrm>
            <a:off x="5067995" y="4330811"/>
            <a:ext cx="723949" cy="365013"/>
            <a:chOff x="4277420" y="2341258"/>
            <a:chExt cx="723949" cy="365013"/>
          </a:xfrm>
        </p:grpSpPr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5497458-7B69-03E0-0E4D-224027621940}"/>
                </a:ext>
              </a:extLst>
            </p:cNvPr>
            <p:cNvCxnSpPr/>
            <p:nvPr/>
          </p:nvCxnSpPr>
          <p:spPr>
            <a:xfrm>
              <a:off x="4277420" y="2341258"/>
              <a:ext cx="0" cy="36501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D10797BC-A0D7-4642-E767-615BF5E3D4EF}"/>
                </a:ext>
              </a:extLst>
            </p:cNvPr>
            <p:cNvSpPr/>
            <p:nvPr/>
          </p:nvSpPr>
          <p:spPr>
            <a:xfrm rot="16200000">
              <a:off x="4558791" y="2161791"/>
              <a:ext cx="161207" cy="723948"/>
            </a:xfrm>
            <a:custGeom>
              <a:avLst/>
              <a:gdLst>
                <a:gd name="csX0" fmla="*/ 163551 w 277851"/>
                <a:gd name="csY0" fmla="*/ 0 h 1247775"/>
                <a:gd name="csX1" fmla="*/ 163551 w 277851"/>
                <a:gd name="csY1" fmla="*/ 190500 h 1247775"/>
                <a:gd name="csX2" fmla="*/ 1626 w 277851"/>
                <a:gd name="csY2" fmla="*/ 285750 h 1247775"/>
                <a:gd name="csX3" fmla="*/ 277851 w 277851"/>
                <a:gd name="csY3" fmla="*/ 361950 h 1247775"/>
                <a:gd name="csX4" fmla="*/ 1626 w 277851"/>
                <a:gd name="csY4" fmla="*/ 419100 h 1247775"/>
                <a:gd name="csX5" fmla="*/ 277851 w 277851"/>
                <a:gd name="csY5" fmla="*/ 466725 h 1247775"/>
                <a:gd name="csX6" fmla="*/ 1626 w 277851"/>
                <a:gd name="csY6" fmla="*/ 514350 h 1247775"/>
                <a:gd name="csX7" fmla="*/ 268326 w 277851"/>
                <a:gd name="csY7" fmla="*/ 571500 h 1247775"/>
                <a:gd name="csX8" fmla="*/ 11151 w 277851"/>
                <a:gd name="csY8" fmla="*/ 638175 h 1247775"/>
                <a:gd name="csX9" fmla="*/ 258801 w 277851"/>
                <a:gd name="csY9" fmla="*/ 676275 h 1247775"/>
                <a:gd name="csX10" fmla="*/ 20676 w 277851"/>
                <a:gd name="csY10" fmla="*/ 733425 h 1247775"/>
                <a:gd name="csX11" fmla="*/ 258801 w 277851"/>
                <a:gd name="csY11" fmla="*/ 790575 h 1247775"/>
                <a:gd name="csX12" fmla="*/ 11151 w 277851"/>
                <a:gd name="csY12" fmla="*/ 828675 h 1247775"/>
                <a:gd name="csX13" fmla="*/ 258801 w 277851"/>
                <a:gd name="csY13" fmla="*/ 904875 h 1247775"/>
                <a:gd name="csX14" fmla="*/ 1626 w 277851"/>
                <a:gd name="csY14" fmla="*/ 914400 h 1247775"/>
                <a:gd name="csX15" fmla="*/ 163551 w 277851"/>
                <a:gd name="csY15" fmla="*/ 1095375 h 1247775"/>
                <a:gd name="csX16" fmla="*/ 192126 w 277851"/>
                <a:gd name="csY16" fmla="*/ 1247775 h 1247775"/>
                <a:gd name="csX17" fmla="*/ 192126 w 277851"/>
                <a:gd name="csY17" fmla="*/ 1247775 h 1247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77851" h="1247775">
                  <a:moveTo>
                    <a:pt x="163551" y="0"/>
                  </a:moveTo>
                  <a:cubicBezTo>
                    <a:pt x="177044" y="71437"/>
                    <a:pt x="190538" y="142875"/>
                    <a:pt x="163551" y="190500"/>
                  </a:cubicBezTo>
                  <a:cubicBezTo>
                    <a:pt x="136564" y="238125"/>
                    <a:pt x="-17424" y="257175"/>
                    <a:pt x="1626" y="285750"/>
                  </a:cubicBezTo>
                  <a:cubicBezTo>
                    <a:pt x="20676" y="314325"/>
                    <a:pt x="277851" y="339725"/>
                    <a:pt x="277851" y="361950"/>
                  </a:cubicBezTo>
                  <a:cubicBezTo>
                    <a:pt x="277851" y="384175"/>
                    <a:pt x="1626" y="401638"/>
                    <a:pt x="1626" y="419100"/>
                  </a:cubicBezTo>
                  <a:cubicBezTo>
                    <a:pt x="1626" y="436562"/>
                    <a:pt x="277851" y="450850"/>
                    <a:pt x="277851" y="466725"/>
                  </a:cubicBezTo>
                  <a:cubicBezTo>
                    <a:pt x="277851" y="482600"/>
                    <a:pt x="3213" y="496888"/>
                    <a:pt x="1626" y="514350"/>
                  </a:cubicBezTo>
                  <a:cubicBezTo>
                    <a:pt x="39" y="531812"/>
                    <a:pt x="266739" y="550863"/>
                    <a:pt x="268326" y="571500"/>
                  </a:cubicBezTo>
                  <a:cubicBezTo>
                    <a:pt x="269913" y="592137"/>
                    <a:pt x="12738" y="620713"/>
                    <a:pt x="11151" y="638175"/>
                  </a:cubicBezTo>
                  <a:cubicBezTo>
                    <a:pt x="9564" y="655637"/>
                    <a:pt x="257214" y="660400"/>
                    <a:pt x="258801" y="676275"/>
                  </a:cubicBezTo>
                  <a:cubicBezTo>
                    <a:pt x="260389" y="692150"/>
                    <a:pt x="20676" y="714375"/>
                    <a:pt x="20676" y="733425"/>
                  </a:cubicBezTo>
                  <a:cubicBezTo>
                    <a:pt x="20676" y="752475"/>
                    <a:pt x="260389" y="774700"/>
                    <a:pt x="258801" y="790575"/>
                  </a:cubicBezTo>
                  <a:cubicBezTo>
                    <a:pt x="257214" y="806450"/>
                    <a:pt x="11151" y="809625"/>
                    <a:pt x="11151" y="828675"/>
                  </a:cubicBezTo>
                  <a:cubicBezTo>
                    <a:pt x="11151" y="847725"/>
                    <a:pt x="260388" y="890588"/>
                    <a:pt x="258801" y="904875"/>
                  </a:cubicBezTo>
                  <a:cubicBezTo>
                    <a:pt x="257214" y="919162"/>
                    <a:pt x="17501" y="882650"/>
                    <a:pt x="1626" y="914400"/>
                  </a:cubicBezTo>
                  <a:cubicBezTo>
                    <a:pt x="-14249" y="946150"/>
                    <a:pt x="131801" y="1039813"/>
                    <a:pt x="163551" y="1095375"/>
                  </a:cubicBezTo>
                  <a:cubicBezTo>
                    <a:pt x="195301" y="1150937"/>
                    <a:pt x="192126" y="1247775"/>
                    <a:pt x="192126" y="1247775"/>
                  </a:cubicBezTo>
                  <a:lnTo>
                    <a:pt x="192126" y="1247775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52B6634B-7838-3610-EA60-21507804D3BD}"/>
              </a:ext>
            </a:extLst>
          </p:cNvPr>
          <p:cNvSpPr txBox="1"/>
          <p:nvPr/>
        </p:nvSpPr>
        <p:spPr>
          <a:xfrm>
            <a:off x="3315514" y="3219448"/>
            <a:ext cx="15151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</a:p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vibrational</a:t>
            </a:r>
          </a:p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0E43896-9EDF-119A-3EFD-66A3C56EC977}"/>
              </a:ext>
            </a:extLst>
          </p:cNvPr>
          <p:cNvCxnSpPr>
            <a:cxnSpLocks/>
          </p:cNvCxnSpPr>
          <p:nvPr/>
        </p:nvCxnSpPr>
        <p:spPr>
          <a:xfrm>
            <a:off x="5825637" y="2233150"/>
            <a:ext cx="35022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FF460B9-8B8B-EFFE-7468-05CBF9AC5F4B}"/>
              </a:ext>
            </a:extLst>
          </p:cNvPr>
          <p:cNvCxnSpPr>
            <a:cxnSpLocks/>
          </p:cNvCxnSpPr>
          <p:nvPr/>
        </p:nvCxnSpPr>
        <p:spPr>
          <a:xfrm>
            <a:off x="5825637" y="2383201"/>
            <a:ext cx="35022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B20F1D8-EF78-6A01-40B9-93257B6876A6}"/>
              </a:ext>
            </a:extLst>
          </p:cNvPr>
          <p:cNvCxnSpPr>
            <a:cxnSpLocks/>
          </p:cNvCxnSpPr>
          <p:nvPr/>
        </p:nvCxnSpPr>
        <p:spPr>
          <a:xfrm>
            <a:off x="5825636" y="3144634"/>
            <a:ext cx="35022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CC55A0A-F216-7EA9-9DA5-E188771A4EB4}"/>
              </a:ext>
            </a:extLst>
          </p:cNvPr>
          <p:cNvCxnSpPr>
            <a:cxnSpLocks/>
          </p:cNvCxnSpPr>
          <p:nvPr/>
        </p:nvCxnSpPr>
        <p:spPr>
          <a:xfrm>
            <a:off x="5825636" y="3294685"/>
            <a:ext cx="35022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F07A219A-4246-9635-F9A4-71A8100862A1}"/>
              </a:ext>
            </a:extLst>
          </p:cNvPr>
          <p:cNvCxnSpPr>
            <a:cxnSpLocks/>
          </p:cNvCxnSpPr>
          <p:nvPr/>
        </p:nvCxnSpPr>
        <p:spPr>
          <a:xfrm>
            <a:off x="5825636" y="4393097"/>
            <a:ext cx="35022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43B9D07-88E3-09BF-BE9E-8F8B79FA5E5F}"/>
              </a:ext>
            </a:extLst>
          </p:cNvPr>
          <p:cNvCxnSpPr>
            <a:cxnSpLocks/>
          </p:cNvCxnSpPr>
          <p:nvPr/>
        </p:nvCxnSpPr>
        <p:spPr>
          <a:xfrm>
            <a:off x="5825636" y="4543148"/>
            <a:ext cx="35022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016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B98F34CB-DF9B-7EE0-C1F0-6AD9066C1F7E}"/>
              </a:ext>
            </a:extLst>
          </p:cNvPr>
          <p:cNvCxnSpPr>
            <a:cxnSpLocks/>
          </p:cNvCxnSpPr>
          <p:nvPr/>
        </p:nvCxnSpPr>
        <p:spPr>
          <a:xfrm>
            <a:off x="3418114" y="5072742"/>
            <a:ext cx="475302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0123988-79E3-4B27-EC22-F44184B3F000}"/>
              </a:ext>
            </a:extLst>
          </p:cNvPr>
          <p:cNvCxnSpPr>
            <a:cxnSpLocks/>
          </p:cNvCxnSpPr>
          <p:nvPr/>
        </p:nvCxnSpPr>
        <p:spPr>
          <a:xfrm flipV="1">
            <a:off x="3418114" y="1248157"/>
            <a:ext cx="0" cy="380281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924C179-7263-3475-1454-805C19BBE5C9}"/>
                  </a:ext>
                </a:extLst>
              </p:cNvPr>
              <p:cNvSpPr txBox="1"/>
              <p:nvPr/>
            </p:nvSpPr>
            <p:spPr>
              <a:xfrm>
                <a:off x="5862573" y="5241567"/>
                <a:ext cx="140425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≫1</m:t>
                      </m:r>
                    </m:oMath>
                  </m:oMathPara>
                </a14:m>
                <a:endPara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924C179-7263-3475-1454-805C19BBE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573" y="5241567"/>
                <a:ext cx="1404255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DD38E89F-3794-ED59-CB9A-92B4901861C9}"/>
              </a:ext>
            </a:extLst>
          </p:cNvPr>
          <p:cNvSpPr txBox="1"/>
          <p:nvPr/>
        </p:nvSpPr>
        <p:spPr>
          <a:xfrm>
            <a:off x="3418114" y="735055"/>
            <a:ext cx="21336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 Number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1D0A359-BFE7-0946-3672-58C19BD8329A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6560646" y="1082842"/>
            <a:ext cx="4055" cy="415872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F1ABA51-D8DD-CCB0-F104-61A9DC29E6FD}"/>
              </a:ext>
            </a:extLst>
          </p:cNvPr>
          <p:cNvCxnSpPr>
            <a:cxnSpLocks/>
          </p:cNvCxnSpPr>
          <p:nvPr/>
        </p:nvCxnSpPr>
        <p:spPr>
          <a:xfrm flipH="1">
            <a:off x="3208466" y="3784547"/>
            <a:ext cx="496267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365B31D-ED2D-5A49-0EB0-8EFFF8B5578D}"/>
              </a:ext>
            </a:extLst>
          </p:cNvPr>
          <p:cNvSpPr txBox="1"/>
          <p:nvPr/>
        </p:nvSpPr>
        <p:spPr>
          <a:xfrm>
            <a:off x="2826392" y="3492436"/>
            <a:ext cx="329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2D873E-2D77-E8B8-A28C-A27BB544EE3F}"/>
              </a:ext>
            </a:extLst>
          </p:cNvPr>
          <p:cNvSpPr/>
          <p:nvPr/>
        </p:nvSpPr>
        <p:spPr>
          <a:xfrm>
            <a:off x="3418114" y="3784547"/>
            <a:ext cx="4546785" cy="1288194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0C4B26-9C63-3F23-E70B-9A1283754043}"/>
              </a:ext>
            </a:extLst>
          </p:cNvPr>
          <p:cNvSpPr/>
          <p:nvPr/>
        </p:nvSpPr>
        <p:spPr>
          <a:xfrm>
            <a:off x="6560647" y="1396488"/>
            <a:ext cx="1404252" cy="3679568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EFF6DA-BBE4-5156-BB68-785DA74F1171}"/>
              </a:ext>
            </a:extLst>
          </p:cNvPr>
          <p:cNvSpPr txBox="1"/>
          <p:nvPr/>
        </p:nvSpPr>
        <p:spPr>
          <a:xfrm>
            <a:off x="3458935" y="3909848"/>
            <a:ext cx="2456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accurate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46070D-034E-1004-8DBC-ABB84312393B}"/>
              </a:ext>
            </a:extLst>
          </p:cNvPr>
          <p:cNvSpPr txBox="1"/>
          <p:nvPr/>
        </p:nvSpPr>
        <p:spPr>
          <a:xfrm>
            <a:off x="6456887" y="2019822"/>
            <a:ext cx="1578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 accurate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2878AA0-A1CB-6BA4-A612-92FE4407A7F1}"/>
              </a:ext>
            </a:extLst>
          </p:cNvPr>
          <p:cNvCxnSpPr>
            <a:cxnSpLocks/>
          </p:cNvCxnSpPr>
          <p:nvPr/>
        </p:nvCxnSpPr>
        <p:spPr>
          <a:xfrm flipV="1">
            <a:off x="3418114" y="2977242"/>
            <a:ext cx="5196497" cy="20954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B121804-B712-1EE7-78AA-E3337CFE647B}"/>
                  </a:ext>
                </a:extLst>
              </p:cNvPr>
              <p:cNvSpPr txBox="1"/>
              <p:nvPr/>
            </p:nvSpPr>
            <p:spPr>
              <a:xfrm>
                <a:off x="8156023" y="3119285"/>
                <a:ext cx="151239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B121804-B712-1EE7-78AA-E3337CFE6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023" y="3119285"/>
                <a:ext cx="151239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4CC8983-AEF1-C850-048E-339EA6AE709E}"/>
              </a:ext>
            </a:extLst>
          </p:cNvPr>
          <p:cNvSpPr txBox="1"/>
          <p:nvPr/>
        </p:nvSpPr>
        <p:spPr>
          <a:xfrm>
            <a:off x="1294064" y="4696723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Helvetica" panose="020B0500000000000000" pitchFamily="34" charset="0"/>
              </a:rPr>
              <a:t>Linear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2EA263C-B3E6-676F-18FF-57A72CDCE922}"/>
              </a:ext>
            </a:extLst>
          </p:cNvPr>
          <p:cNvSpPr txBox="1"/>
          <p:nvPr/>
        </p:nvSpPr>
        <p:spPr>
          <a:xfrm>
            <a:off x="1040596" y="1396488"/>
            <a:ext cx="1494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Helvetica" panose="020B0500000000000000" pitchFamily="34" charset="0"/>
              </a:rPr>
              <a:t>Nonlinear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5D515EF-D29F-9458-1221-995E5887604B}"/>
              </a:ext>
            </a:extLst>
          </p:cNvPr>
          <p:cNvCxnSpPr>
            <a:cxnSpLocks/>
          </p:cNvCxnSpPr>
          <p:nvPr/>
        </p:nvCxnSpPr>
        <p:spPr>
          <a:xfrm>
            <a:off x="1799170" y="2174311"/>
            <a:ext cx="0" cy="232102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3EE0C3D-ECC9-F119-1CE4-6AD800B526B8}"/>
              </a:ext>
            </a:extLst>
          </p:cNvPr>
          <p:cNvCxnSpPr>
            <a:cxnSpLocks/>
          </p:cNvCxnSpPr>
          <p:nvPr/>
        </p:nvCxnSpPr>
        <p:spPr>
          <a:xfrm>
            <a:off x="4523874" y="6081572"/>
            <a:ext cx="2677399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EFF1789F-D753-02AF-2957-1A308C1EF89D}"/>
              </a:ext>
            </a:extLst>
          </p:cNvPr>
          <p:cNvSpPr txBox="1"/>
          <p:nvPr/>
        </p:nvSpPr>
        <p:spPr>
          <a:xfrm>
            <a:off x="2766538" y="5846564"/>
            <a:ext cx="1578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latin typeface="Helvetica" panose="020B0500000000000000" pitchFamily="34" charset="0"/>
              </a:rPr>
              <a:t>Quantum</a:t>
            </a:r>
            <a:endParaRPr lang="en-US" sz="2400" i="1" dirty="0">
              <a:latin typeface="Helvetica" panose="020B0500000000000000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960AB1-7424-7BC1-C29E-CD897D4ACC2C}"/>
              </a:ext>
            </a:extLst>
          </p:cNvPr>
          <p:cNvSpPr txBox="1"/>
          <p:nvPr/>
        </p:nvSpPr>
        <p:spPr>
          <a:xfrm>
            <a:off x="7559086" y="5850739"/>
            <a:ext cx="1578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latin typeface="Helvetica" panose="020B0500000000000000" pitchFamily="34" charset="0"/>
              </a:rPr>
              <a:t>Classical</a:t>
            </a:r>
            <a:endParaRPr lang="en-US" sz="2400" i="1" dirty="0">
              <a:latin typeface="Helvetica" panose="020B0500000000000000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5ED2D0F-B36C-9333-66E0-B9FE2A95FDC0}"/>
                  </a:ext>
                </a:extLst>
              </p:cNvPr>
              <p:cNvSpPr txBox="1"/>
              <p:nvPr/>
            </p:nvSpPr>
            <p:spPr>
              <a:xfrm>
                <a:off x="2826392" y="1446084"/>
                <a:ext cx="40395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5ED2D0F-B36C-9333-66E0-B9FE2A95F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392" y="1446084"/>
                <a:ext cx="40395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C8F838F9-788B-9C13-FA62-E201184AB57A}"/>
              </a:ext>
            </a:extLst>
          </p:cNvPr>
          <p:cNvSpPr txBox="1"/>
          <p:nvPr/>
        </p:nvSpPr>
        <p:spPr>
          <a:xfrm>
            <a:off x="8051989" y="4512362"/>
            <a:ext cx="21336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Molecules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CE692F1-931C-C320-3BA0-89AC653A4555}"/>
                  </a:ext>
                </a:extLst>
              </p:cNvPr>
              <p:cNvSpPr txBox="1"/>
              <p:nvPr/>
            </p:nvSpPr>
            <p:spPr>
              <a:xfrm>
                <a:off x="7471755" y="5178955"/>
                <a:ext cx="40395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CE692F1-931C-C320-3BA0-89AC653A4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755" y="5178955"/>
                <a:ext cx="40395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DE8F390E-1AF1-021A-8A07-4D551DA4A1DC}"/>
              </a:ext>
            </a:extLst>
          </p:cNvPr>
          <p:cNvSpPr txBox="1"/>
          <p:nvPr/>
        </p:nvSpPr>
        <p:spPr>
          <a:xfrm>
            <a:off x="6560646" y="4079837"/>
            <a:ext cx="14042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 &amp; SE agree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83BF918-02B9-710C-2760-3EB02F66EEFF}"/>
              </a:ext>
            </a:extLst>
          </p:cNvPr>
          <p:cNvSpPr/>
          <p:nvPr/>
        </p:nvSpPr>
        <p:spPr>
          <a:xfrm flipH="1">
            <a:off x="6199078" y="2115568"/>
            <a:ext cx="548958" cy="41631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65065F3-1862-31BC-FABE-65FB6C4D7406}"/>
              </a:ext>
            </a:extLst>
          </p:cNvPr>
          <p:cNvSpPr txBox="1"/>
          <p:nvPr/>
        </p:nvSpPr>
        <p:spPr>
          <a:xfrm>
            <a:off x="4886108" y="1998511"/>
            <a:ext cx="14042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Helvetica" panose="020B0604020202030204" pitchFamily="34" charset="0"/>
                <a:cs typeface="Times New Roman" panose="02020603050405020304" pitchFamily="18" charset="0"/>
              </a:rPr>
              <a:t>Cluster Expansion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Helvetica" panose="020B0604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D6B77998-72EF-49FF-EF17-475D244E6040}"/>
              </a:ext>
            </a:extLst>
          </p:cNvPr>
          <p:cNvSpPr/>
          <p:nvPr/>
        </p:nvSpPr>
        <p:spPr>
          <a:xfrm rot="5400000" flipH="1">
            <a:off x="3838459" y="3461217"/>
            <a:ext cx="509398" cy="416310"/>
          </a:xfrm>
          <a:prstGeom prst="rightArrow">
            <a:avLst/>
          </a:prstGeom>
          <a:solidFill>
            <a:srgbClr val="CC9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93A308-BC08-19CD-1C1A-2B8ECDA1844D}"/>
              </a:ext>
            </a:extLst>
          </p:cNvPr>
          <p:cNvSpPr txBox="1"/>
          <p:nvPr/>
        </p:nvSpPr>
        <p:spPr>
          <a:xfrm>
            <a:off x="3369950" y="2381972"/>
            <a:ext cx="14679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CC9B00"/>
                </a:solidFill>
                <a:latin typeface="Helvetica" panose="020B0604020202030204" pitchFamily="34" charset="0"/>
                <a:cs typeface="Times New Roman" panose="02020603050405020304" pitchFamily="18" charset="0"/>
              </a:rPr>
              <a:t>Higher Excitation Manifolds</a:t>
            </a:r>
            <a:endParaRPr lang="en-US" sz="2000" dirty="0">
              <a:solidFill>
                <a:srgbClr val="CC9B00"/>
              </a:solidFill>
              <a:latin typeface="Helvetica" panose="020B0604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B958F31-8C1C-8AFF-D9F0-75B132A9428C}"/>
              </a:ext>
            </a:extLst>
          </p:cNvPr>
          <p:cNvSpPr txBox="1"/>
          <p:nvPr/>
        </p:nvSpPr>
        <p:spPr>
          <a:xfrm>
            <a:off x="2865954" y="5066360"/>
            <a:ext cx="329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AF60207-F825-01A7-AE5C-1A7ED6DFB829}"/>
              </a:ext>
            </a:extLst>
          </p:cNvPr>
          <p:cNvSpPr txBox="1"/>
          <p:nvPr/>
        </p:nvSpPr>
        <p:spPr>
          <a:xfrm>
            <a:off x="2849576" y="2888729"/>
            <a:ext cx="32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93C34A1-9C43-F1F8-E874-313803ACA85D}"/>
              </a:ext>
            </a:extLst>
          </p:cNvPr>
          <p:cNvSpPr txBox="1"/>
          <p:nvPr/>
        </p:nvSpPr>
        <p:spPr>
          <a:xfrm rot="5400000">
            <a:off x="2938492" y="2112190"/>
            <a:ext cx="32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11C94D4-AE47-1867-89BD-A6D6716E31AD}"/>
              </a:ext>
            </a:extLst>
          </p:cNvPr>
          <p:cNvSpPr txBox="1"/>
          <p:nvPr/>
        </p:nvSpPr>
        <p:spPr>
          <a:xfrm>
            <a:off x="4210660" y="5089778"/>
            <a:ext cx="329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B6FD476-A1FD-5233-B55B-EE5197A3DD19}"/>
              </a:ext>
            </a:extLst>
          </p:cNvPr>
          <p:cNvSpPr txBox="1"/>
          <p:nvPr/>
        </p:nvSpPr>
        <p:spPr>
          <a:xfrm>
            <a:off x="5149619" y="5092745"/>
            <a:ext cx="32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03042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83844-F4A7-4CFC-83F8-A0D71188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473BFE5E-FE64-2E69-6685-5385CE66DA40}"/>
              </a:ext>
            </a:extLst>
          </p:cNvPr>
          <p:cNvCxnSpPr>
            <a:cxnSpLocks/>
          </p:cNvCxnSpPr>
          <p:nvPr/>
        </p:nvCxnSpPr>
        <p:spPr>
          <a:xfrm>
            <a:off x="3418114" y="5072742"/>
            <a:ext cx="382765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8C1A04E-8D33-9646-B41B-E191E73A9A38}"/>
              </a:ext>
            </a:extLst>
          </p:cNvPr>
          <p:cNvCxnSpPr>
            <a:cxnSpLocks/>
          </p:cNvCxnSpPr>
          <p:nvPr/>
        </p:nvCxnSpPr>
        <p:spPr>
          <a:xfrm flipV="1">
            <a:off x="3418114" y="743424"/>
            <a:ext cx="0" cy="43075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A84EF83-6874-6CF5-8AB7-551B635AB9D7}"/>
                  </a:ext>
                </a:extLst>
              </p:cNvPr>
              <p:cNvSpPr txBox="1"/>
              <p:nvPr/>
            </p:nvSpPr>
            <p:spPr>
              <a:xfrm>
                <a:off x="4542889" y="5246613"/>
                <a:ext cx="140425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≫1</m:t>
                      </m:r>
                    </m:oMath>
                  </m:oMathPara>
                </a14:m>
                <a:endPara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A84EF83-6874-6CF5-8AB7-551B635AB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889" y="5246613"/>
                <a:ext cx="140425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7DDC0A2-5363-31DF-8916-6C4D50B5CE5A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5245016" y="743424"/>
            <a:ext cx="1" cy="450318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C580FAF-8303-AA3A-A680-EC2676ED7BDB}"/>
              </a:ext>
            </a:extLst>
          </p:cNvPr>
          <p:cNvCxnSpPr>
            <a:cxnSpLocks/>
          </p:cNvCxnSpPr>
          <p:nvPr/>
        </p:nvCxnSpPr>
        <p:spPr>
          <a:xfrm flipH="1">
            <a:off x="3310270" y="3236480"/>
            <a:ext cx="38206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AB15FDF-7C43-7571-2F06-714ABA9252D8}"/>
              </a:ext>
            </a:extLst>
          </p:cNvPr>
          <p:cNvSpPr txBox="1"/>
          <p:nvPr/>
        </p:nvSpPr>
        <p:spPr>
          <a:xfrm>
            <a:off x="2865954" y="2956828"/>
            <a:ext cx="329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7E3076-95B4-5C91-5353-D75D539AB274}"/>
              </a:ext>
            </a:extLst>
          </p:cNvPr>
          <p:cNvSpPr/>
          <p:nvPr/>
        </p:nvSpPr>
        <p:spPr>
          <a:xfrm>
            <a:off x="3418115" y="3236480"/>
            <a:ext cx="3607565" cy="1836261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C61BA0-7386-4664-6280-F79A004BCC6C}"/>
              </a:ext>
            </a:extLst>
          </p:cNvPr>
          <p:cNvSpPr/>
          <p:nvPr/>
        </p:nvSpPr>
        <p:spPr>
          <a:xfrm>
            <a:off x="5245016" y="816475"/>
            <a:ext cx="1780664" cy="422873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C300D7B-E01B-DE67-B1FA-96B5DDEBE218}"/>
              </a:ext>
            </a:extLst>
          </p:cNvPr>
          <p:cNvSpPr txBox="1"/>
          <p:nvPr/>
        </p:nvSpPr>
        <p:spPr>
          <a:xfrm>
            <a:off x="3429871" y="3723141"/>
            <a:ext cx="1826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D4BBEEA-EF50-FB0F-37EE-2AC1F0857A6C}"/>
              </a:ext>
            </a:extLst>
          </p:cNvPr>
          <p:cNvSpPr txBox="1"/>
          <p:nvPr/>
        </p:nvSpPr>
        <p:spPr>
          <a:xfrm>
            <a:off x="5437977" y="1668251"/>
            <a:ext cx="1394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8E211C3-EB70-A92A-7CF3-9A391B1EE07E}"/>
              </a:ext>
            </a:extLst>
          </p:cNvPr>
          <p:cNvCxnSpPr>
            <a:cxnSpLocks/>
          </p:cNvCxnSpPr>
          <p:nvPr/>
        </p:nvCxnSpPr>
        <p:spPr>
          <a:xfrm flipV="1">
            <a:off x="3418114" y="2047177"/>
            <a:ext cx="3868084" cy="3025563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329576D1-8267-0807-BF41-A6A4DBB30D78}"/>
              </a:ext>
            </a:extLst>
          </p:cNvPr>
          <p:cNvSpPr txBox="1"/>
          <p:nvPr/>
        </p:nvSpPr>
        <p:spPr>
          <a:xfrm>
            <a:off x="1808775" y="4482817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Helvetica" panose="020B0500000000000000" pitchFamily="34" charset="0"/>
              </a:rPr>
              <a:t>Linear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C8DAC3-4DCC-2944-3293-D806459629E2}"/>
              </a:ext>
            </a:extLst>
          </p:cNvPr>
          <p:cNvSpPr txBox="1"/>
          <p:nvPr/>
        </p:nvSpPr>
        <p:spPr>
          <a:xfrm>
            <a:off x="1601927" y="1291242"/>
            <a:ext cx="1494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Helvetica" panose="020B0500000000000000" pitchFamily="34" charset="0"/>
              </a:rPr>
              <a:t>Nonlinear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37D7AD0-E678-7C3F-50C0-ABE1324362F4}"/>
              </a:ext>
            </a:extLst>
          </p:cNvPr>
          <p:cNvCxnSpPr>
            <a:cxnSpLocks/>
          </p:cNvCxnSpPr>
          <p:nvPr/>
        </p:nvCxnSpPr>
        <p:spPr>
          <a:xfrm>
            <a:off x="2349087" y="1922760"/>
            <a:ext cx="0" cy="243845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612B048-95D9-12D6-2028-DAE4BE27594A}"/>
              </a:ext>
            </a:extLst>
          </p:cNvPr>
          <p:cNvCxnSpPr>
            <a:cxnSpLocks/>
          </p:cNvCxnSpPr>
          <p:nvPr/>
        </p:nvCxnSpPr>
        <p:spPr>
          <a:xfrm>
            <a:off x="4127285" y="6375691"/>
            <a:ext cx="1819859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407FE40-30CF-A9B5-19D2-AFB6F8FAE91D}"/>
              </a:ext>
            </a:extLst>
          </p:cNvPr>
          <p:cNvSpPr txBox="1"/>
          <p:nvPr/>
        </p:nvSpPr>
        <p:spPr>
          <a:xfrm>
            <a:off x="2589689" y="6148403"/>
            <a:ext cx="1578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latin typeface="Helvetica" panose="020B0500000000000000" pitchFamily="34" charset="0"/>
              </a:rPr>
              <a:t>Quantum</a:t>
            </a:r>
            <a:endParaRPr lang="en-US" sz="2400" i="1" dirty="0">
              <a:latin typeface="Helvetica" panose="020B0500000000000000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61D4292-0033-9725-DB32-75768E4FAD13}"/>
              </a:ext>
            </a:extLst>
          </p:cNvPr>
          <p:cNvSpPr txBox="1"/>
          <p:nvPr/>
        </p:nvSpPr>
        <p:spPr>
          <a:xfrm>
            <a:off x="6096000" y="6144858"/>
            <a:ext cx="1578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latin typeface="Helvetica" panose="020B0500000000000000" pitchFamily="34" charset="0"/>
              </a:rPr>
              <a:t>Classical</a:t>
            </a:r>
            <a:endParaRPr lang="en-US" sz="2400" i="1" dirty="0">
              <a:latin typeface="Helvetica" panose="020B0500000000000000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EF2F785-01DD-9EB9-35FE-678783333E09}"/>
                  </a:ext>
                </a:extLst>
              </p:cNvPr>
              <p:cNvSpPr txBox="1"/>
              <p:nvPr/>
            </p:nvSpPr>
            <p:spPr>
              <a:xfrm>
                <a:off x="2796383" y="778839"/>
                <a:ext cx="40395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EF2F785-01DD-9EB9-35FE-678783333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383" y="778839"/>
                <a:ext cx="40395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6A3FE40-1324-5592-14E6-C3185780615D}"/>
                  </a:ext>
                </a:extLst>
              </p:cNvPr>
              <p:cNvSpPr txBox="1"/>
              <p:nvPr/>
            </p:nvSpPr>
            <p:spPr>
              <a:xfrm>
                <a:off x="6314045" y="5142451"/>
                <a:ext cx="40395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6A3FE40-1324-5592-14E6-C31857806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045" y="5142451"/>
                <a:ext cx="403957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8DBE1AFF-CA77-46AF-6208-9E2502A72DD2}"/>
              </a:ext>
            </a:extLst>
          </p:cNvPr>
          <p:cNvSpPr txBox="1"/>
          <p:nvPr/>
        </p:nvSpPr>
        <p:spPr>
          <a:xfrm>
            <a:off x="5256770" y="3877333"/>
            <a:ext cx="1768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 = SE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C2E396B-4341-792D-23CE-579F603E9768}"/>
              </a:ext>
            </a:extLst>
          </p:cNvPr>
          <p:cNvSpPr txBox="1"/>
          <p:nvPr/>
        </p:nvSpPr>
        <p:spPr>
          <a:xfrm>
            <a:off x="2865954" y="5066360"/>
            <a:ext cx="329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pic>
        <p:nvPicPr>
          <p:cNvPr id="53" name="图片 52" descr="\documentclass{article}&#10;\usepackage{amsmath}&#10;\pagestyle{empty}&#10;\begin{document}&#10;&#10;\begin{align*}&#10;    N&#10;\end{align*}&#10;&#10;&#10;\end{document}" title="IguanaTex Bitmap Display">
            <a:extLst>
              <a:ext uri="{FF2B5EF4-FFF2-40B4-BE49-F238E27FC236}">
                <a16:creationId xmlns:a16="http://schemas.microsoft.com/office/drawing/2014/main" id="{B40B5521-2917-773D-8B36-55276FD0D7A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592" y="4944482"/>
            <a:ext cx="384102" cy="310025"/>
          </a:xfrm>
          <a:prstGeom prst="rect">
            <a:avLst/>
          </a:prstGeom>
        </p:spPr>
      </p:pic>
      <p:pic>
        <p:nvPicPr>
          <p:cNvPr id="55" name="图片 54" descr="\documentclass{article}&#10;\usepackage{amsmath}&#10;\pagestyle{empty}&#10;\begin{document}&#10;&#10;\begin{align*}&#10;    N_\mathrm{exc}&#10;\end{align*}&#10;&#10;&#10;\end{document}" title="IguanaTex Bitmap Display">
            <a:extLst>
              <a:ext uri="{FF2B5EF4-FFF2-40B4-BE49-F238E27FC236}">
                <a16:creationId xmlns:a16="http://schemas.microsoft.com/office/drawing/2014/main" id="{57D19025-E6A3-C711-BBFC-2D11101821D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733" y="879638"/>
            <a:ext cx="850511" cy="381358"/>
          </a:xfrm>
          <a:prstGeom prst="rect">
            <a:avLst/>
          </a:prstGeom>
        </p:spPr>
      </p:pic>
      <p:pic>
        <p:nvPicPr>
          <p:cNvPr id="61" name="图片 60" descr="\documentclass{article}&#10;\usepackage{amsmath}&#10;\usepackage{color}&#10;\pagestyle{empty}&#10;\begin{document}&#10;&#10;{\color{red}&#10;\begin{align*}&#10;    n_0 = \frac{N_\mathrm{exc}}{N}&#10;\end{align*}&#10;}&#10;&#10;\end{document}" title="IguanaTex Bitmap Display">
            <a:extLst>
              <a:ext uri="{FF2B5EF4-FFF2-40B4-BE49-F238E27FC236}">
                <a16:creationId xmlns:a16="http://schemas.microsoft.com/office/drawing/2014/main" id="{60FFB6C2-D142-0831-72C3-346FF708D3E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270" y="2484659"/>
            <a:ext cx="1129442" cy="51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9732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203.2784"/>
  <p:tag name="LATEXADDIN" val="\documentclass{article}&#10;\usepackage{amsmath}&#10;\pagestyle{empty}&#10;\begin{document}&#10;&#10;\begin{align*}&#10;    |0_B\rangle&#10;\end{align*}&#10;&#10;&#10;\end{document}"/>
  <p:tag name="IGUANATEXSIZE" val="20"/>
  <p:tag name="IGUANATEXCURSOR" val="111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203.2784"/>
  <p:tag name="LATEXADDIN" val="\documentclass{article}&#10;\usepackage{amsmath}&#10;\pagestyle{empty}&#10;\begin{document}&#10;&#10;\begin{align*}&#10;    |1_B\rangle&#10;\end{align*}&#10;&#10;&#10;\end{document}"/>
  <p:tag name="IGUANATEXSIZE" val="20"/>
  <p:tag name="IGUANATEXCURSOR" val="102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203.2784"/>
  <p:tag name="LATEXADDIN" val="\documentclass{article}&#10;\usepackage{amsmath}&#10;\pagestyle{empty}&#10;\begin{document}&#10;&#10;\begin{align*}&#10;    |2_B\rangle&#10;\end{align*}&#10;&#10;&#10;\end{document}"/>
  <p:tag name="IGUANATEXSIZE" val="20"/>
  <p:tag name="IGUANATEXCURSOR" val="102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203.2784"/>
  <p:tag name="LATEXADDIN" val="\documentclass{article}&#10;\usepackage{amsmath}&#10;\pagestyle{empty}&#10;\begin{document}&#10;&#10;\begin{align*}&#10;    |3_B\rangle&#10;\end{align*}&#10;&#10;&#10;\end{document}"/>
  <p:tag name="IGUANATEXSIZE" val="20"/>
  <p:tag name="IGUANATEXCURSOR" val="102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6228"/>
  <p:tag name="ORIGINALWIDTH" val="315.7941"/>
  <p:tag name="LATEXADDIN" val="\documentclass{article}&#10;\usepackage{amsmath}&#10;\pagestyle{empty}&#10;\begin{document}&#10;&#10;\begin{align*}&#10;    \Omega = \nu&#10;\end{align*}&#10;&#10;&#10;\end{document}"/>
  <p:tag name="IGUANATEXSIZE" val="28"/>
  <p:tag name="IGUANATEXCURSOR" val="112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7.522"/>
  <p:tag name="ORIGINALWIDTH" val="336.797"/>
  <p:tag name="LATEXADDIN" val="\documentclass{article}&#10;\usepackage{amsmath}&#10;\pagestyle{empty}&#10;\begin{document}&#10;&#10;\begin{align*}&#10;    \hat{b}_B, \, \hat{b}_B^\dagger&#10;\end{align*}&#10;&#10;&#10;\end{document}"/>
  <p:tag name="IGUANATEXSIZE" val="28"/>
  <p:tag name="IGUANATEXCURSOR" val="113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5.5203"/>
  <p:tag name="ORIGINALWIDTH" val="1446.952"/>
  <p:tag name="LATEXADDIN" val="\documentclass{article}&#10;\usepackage{amsmath}&#10;\pagestyle{empty}&#10;\usepackage{xcolor}&#10;\definecolor{MFred}{RGB}{214,39,40}&#10;\begin{document}&#10;&#10;{\color{MFred}&#10;\begin{align*} &#10;    \ddot{Q}_B + \nu^2 Q_B = -F_0 \cos(\Omega t)&#10;\end{align*}&#10;}&#10;&#10;&#10;\end{document}"/>
  <p:tag name="IGUANATEXSIZE" val="16"/>
  <p:tag name="IGUANATEXCURSOR" val="151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7.522"/>
  <p:tag name="ORIGINALWIDTH" val="858.8698"/>
  <p:tag name="LATEXADDIN" val="\documentclass{article}&#10;\usepackage{amsmath}&#10;\pagestyle{empty}&#10;\usepackage{xcolor}&#10;\definecolor{MFred}{RGB}{214,39,40}&#10;\begin{document}&#10;&#10;{\color{MFred}&#10;\begin{align*} &#10;   Q_B = \langle \hat{b}_B + \hat{b}^\dagger_B\rangle&#10;\end{align*}&#10;}&#10;&#10;&#10;\end{document}"/>
  <p:tag name="IGUANATEXSIZE" val="16"/>
  <p:tag name="IGUANATEXCURSOR" val="253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7.7706"/>
  <p:tag name="ORIGINALWIDTH" val="390.8046"/>
  <p:tag name="LATEXADDIN" val="\documentclass{article}&#10;\usepackage{amsmath}&#10;\usepackage{xcolor}&#10;\definecolor{myblue}{RGB}{31,119,180}&#10;\pagestyle{empty}&#10;\begin{document}&#10;&#10;{\color{myblue}&#10;\begin{align*}&#10;    c_\nu / \sqrt{N}&#10;\end{align*}&#10;}&#10;&#10;\end{document}"/>
  <p:tag name="IGUANATEXSIZE" val="20"/>
  <p:tag name="IGUANATEXCURSOR" val="153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5.0146"/>
  <p:tag name="ORIGINALWIDTH" val="402.0562"/>
  <p:tag name="LATEXADDIN" val="\documentclass{article}&#10;\usepackage{amsmath}&#10;\pagestyle{empty}&#10;\usepackage{xcolor}&#10;\definecolor{MFred}{RGB}{214,39,40}&#10;\begin{document}&#10;&#10;{\color{MFred}&#10;\begin{align*} &#10;    F_0 \propto c_\nu&#10;\end{align*}&#10;}&#10;&#10;&#10;\end{document}"/>
  <p:tag name="IGUANATEXSIZE" val="16"/>
  <p:tag name="IGUANATEXCURSOR" val="189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6039"/>
  <p:tag name="ORIGINALWIDTH" val="117.0163"/>
  <p:tag name="LATEXADDIN" val="\documentclass{article}&#10;\usepackage{amsmath}&#10;\pagestyle{empty}&#10;\begin{document}&#10;&#10;\begin{align*}&#10;    \omega_\mathrm{c}&#10;\end{align*}&#10;&#10;&#10;\end{document}"/>
  <p:tag name="IGUANATEXSIZE" val="28"/>
  <p:tag name="IGUANATEXCURSOR" val="117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.5115"/>
  <p:tag name="ORIGINALWIDTH" val="41.25575"/>
  <p:tag name="LATEXADDIN" val="\documentclass{article}&#10;\usepackage{amsmath}&#10;\pagestyle{empty}&#10;\begin{document}&#10;&#10;\begin{align*}&#10;    1&#10;\end{align*}&#10;&#10;&#10;\end{document}"/>
  <p:tag name="IGUANATEXSIZE" val="28"/>
  <p:tag name="IGUANATEXCURSOR" val="101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.5115"/>
  <p:tag name="ORIGINALWIDTH" val="50.25701"/>
  <p:tag name="LATEXADDIN" val="\documentclass{article}&#10;\usepackage{amsmath}&#10;\pagestyle{empty}&#10;\begin{document}&#10;&#10;\begin{align*}&#10;    2&#10;\end{align*}&#10;&#10;&#10;\end{document}"/>
  <p:tag name="IGUANATEXSIZE" val="28"/>
  <p:tag name="IGUANATEXCURSOR" val="101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6181"/>
  <p:tag name="ORIGINALWIDTH" val="105.0146"/>
  <p:tag name="LATEXADDIN" val="\documentclass{article}&#10;\usepackage{amsmath}&#10;\pagestyle{empty}&#10;\begin{document}&#10;&#10;\begin{align*}&#10;    N&#10;\end{align*}&#10;&#10;&#10;\end{document}"/>
  <p:tag name="IGUANATEXSIZE" val="28"/>
  <p:tag name="IGUANATEXCURSOR" val="101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6118"/>
  <p:tag name="ORIGINALWIDTH" val="99.01378"/>
  <p:tag name="LATEXADDIN" val="\documentclass{article}&#10;\usepackage{amsmath}&#10;\pagestyle{empty}&#10;\begin{document}&#10;&#10;\begin{align*}&#10;    g_\mathrm{c}&#10;\end{align*}&#10;&#10;&#10;\end{document}"/>
  <p:tag name="IGUANATEXSIZE" val="28"/>
  <p:tag name="IGUANATEXCURSOR" val="112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6181"/>
  <p:tag name="ORIGINALWIDTH" val="105.0146"/>
  <p:tag name="LATEXADDIN" val="\documentclass{article}&#10;\usepackage{amsmath}&#10;\pagestyle{empty}&#10;\begin{document}&#10;&#10;\begin{align*}&#10;    N&#10;\end{align*}&#10;&#10;&#10;\end{document}"/>
  <p:tag name="IGUANATEXSIZE" val="36"/>
  <p:tag name="IGUANATEXCURSOR" val="101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2646"/>
  <p:tag name="ORIGINALWIDTH" val="232.5324"/>
  <p:tag name="LATEXADDIN" val="\documentclass{article}&#10;\usepackage{amsmath}&#10;\pagestyle{empty}&#10;\begin{document}&#10;&#10;\begin{align*}&#10;    N_\mathrm{exc}&#10;\end{align*}&#10;&#10;&#10;\end{document}"/>
  <p:tag name="IGUANATEXSIZE" val="36"/>
  <p:tag name="IGUANATEXCURSOR" val="114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.2855"/>
  <p:tag name="ORIGINALWIDTH" val="555.8276"/>
  <p:tag name="LATEXADDIN" val="\documentclass{article}&#10;\usepackage{amsmath}&#10;\usepackage{color}&#10;\pagestyle{empty}&#10;\begin{document}&#10;&#10;{\color{red}&#10;\begin{align*}&#10;    n_0 = \frac{N_\mathrm{exc}}{N}&#10;\end{align*}&#10;}&#10;&#10;\end{document}"/>
  <p:tag name="IGUANATEXSIZE" val="20"/>
  <p:tag name="IGUANATEXCURSOR" val="177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4e17f4-cf11-4ce2-b3ef-5de76bf4ce41}" enabled="0" method="" siteId="{374e17f4-cf11-4ce2-b3ef-5de76bf4ce4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75</Words>
  <Application>Microsoft Office PowerPoint</Application>
  <PresentationFormat>宽屏</PresentationFormat>
  <Paragraphs>50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Arial</vt:lpstr>
      <vt:lpstr>Cambria Math</vt:lpstr>
      <vt:lpstr>Helvetica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Ying, Wenxiang</dc:creator>
  <cp:lastModifiedBy>Ying, Wenxiang</cp:lastModifiedBy>
  <cp:revision>1</cp:revision>
  <dcterms:created xsi:type="dcterms:W3CDTF">2026-03-28T15:50:04Z</dcterms:created>
  <dcterms:modified xsi:type="dcterms:W3CDTF">2026-05-12T01:54:18Z</dcterms:modified>
</cp:coreProperties>
</file>